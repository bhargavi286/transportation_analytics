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E02A-A012-4760-8585-A61CD55BB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96071-C60B-46F5-B26B-01FA67B0C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3A451-8077-4EB0-B29A-9CB07E31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3496-3AA3-4C6C-A653-C364318F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DB6DC-7EEF-4560-98A9-EFC43904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61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91E9-3D1E-464D-84D7-D67697A3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C79AB-0FB1-4E96-9AA4-793C489F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6089-3DBE-4735-8C28-6E50025C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38FB-1D7C-44AE-A02F-DD28F867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CF37-80A6-4256-9763-DF21D6D3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07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68F1-A236-4C72-9EAB-02003FC6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82083-E78C-4EC7-9D0C-662139398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CA586-90FB-4F4C-B22F-EEC4BFA0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3D68-74E0-47DF-933B-838F3388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97C06-636A-414C-8566-D5C49C77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6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BC3D-930D-4B6F-A344-C0EF0949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FA75-8CD7-49BC-90B7-27C2F3EED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16479-4485-4314-8D07-06E18271F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DCF8C-BC42-446D-9A77-8DBC2891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1180E-482C-4E03-9089-A5205EB5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38228-A5AF-42B8-90DD-CF1BB84B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7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C314-4F0B-45EF-A997-F10EF8AE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CEDD7-E5BF-4F3B-83D8-D74782759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09E67-8B15-499E-A616-0860148E6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C182B-1EFD-4FED-A932-7272C9B38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C4DF3-935A-4925-909B-EA199E309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9D9715-DF36-48AC-AB5F-7ABEBE87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5B6C7-BBA3-4D1D-932D-84555EA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8D685-564F-48FD-8EE2-1FA3809F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3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C267-66DB-4B7C-BDB9-5799A15C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D57D7-2488-4006-8472-65B122AF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58688-9806-4C2B-BD2A-CE9E6F8A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625A1-C7DB-43DF-AA97-4AB88440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09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53ED8-A800-43DD-98B2-382C244F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FFEB4-196A-46BB-8FEF-1EF0F6CC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17681-0EA5-4765-9223-8AC5132E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88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B4FC-73E6-4E13-8852-EEEF05E52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C2F2D-7C34-4077-92EC-3B105802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5607E-7BE8-4E42-BC4A-713816215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3825C-B4C6-4BB0-BA43-EFD4A25B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E804B-505F-4452-9E1D-0570B512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E3AAD-2DB5-42EB-98DD-339B289E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25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AC64-1122-4905-999D-A810D182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65BD1-8AFB-4992-A247-515C94019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36B9B-4A94-4EB9-9ECE-B83679AEE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FC847-84FF-4634-9B8E-361E7811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55139-CD49-4B41-8B32-8DA20757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A50A9-CCD3-4124-8805-B0E6A6D9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9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561D-248D-4538-AFA6-FDDEBA04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B2D8F-832F-4C4B-B621-BB3A757EF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498B-1CB4-4456-BEA8-069EBF04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9BD98-8611-4680-B700-F3EA007B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07EF-F7C0-4111-A321-A9710E19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1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12700-4593-478F-8556-EACB95490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BD529-A940-471F-9997-AE156AB1B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D0436-F8D7-49E2-BE4D-AE73C4A1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61DE6-3F48-423D-85B7-195EB65B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0E3CB-743E-40D4-87B4-213DD459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95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75238-2AC6-4376-B4FC-D8646CB8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5F493-2DDA-4CFB-AE56-F7CECEEDB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FF66-FFEF-4C2F-8133-1B5C36D28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9BADC-94D5-4219-B59A-8CFDFE72AFB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0E16F-9461-48E3-80F8-47893AF8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6F58-432B-4611-83A5-0FB6D9E19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48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8E75EE-E497-4CD5-B58B-1D25A1D2CB73}"/>
              </a:ext>
            </a:extLst>
          </p:cNvPr>
          <p:cNvSpPr/>
          <p:nvPr/>
        </p:nvSpPr>
        <p:spPr>
          <a:xfrm>
            <a:off x="0" y="-19049"/>
            <a:ext cx="12258675" cy="6785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20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Transportation Analytics – Technical Documentation (Task 4)</a:t>
            </a:r>
            <a:endParaRPr lang="en-IN" sz="20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1. Project Overview</a:t>
            </a:r>
            <a:endParaRPr lang="en-IN" sz="1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project focuses on building a fuel efficiency prediction model, safety score model (optional), and a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-based interactive dashboard.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2. Objectives</a:t>
            </a:r>
            <a:endParaRPr lang="en-IN" sz="1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Clean and preprocess vehicle transportation data.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Engineer new features such as Fuel Economy Index, Load Ratio, etc.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   Train an ML model to predict fuel efficiency.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Build an interactive dashboard using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Dataset Details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master_analytics.csv contains cleaned and merged data.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columns include: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distance_travelled_km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fuel_consumed_liters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load_weight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vehicle_speed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trip_time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Cleaning Steps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data types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Feature scaling and transformations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95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8E16C-790C-4BB8-A854-43E2775852BD}"/>
              </a:ext>
            </a:extLst>
          </p:cNvPr>
          <p:cNvSpPr/>
          <p:nvPr/>
        </p:nvSpPr>
        <p:spPr>
          <a:xfrm>
            <a:off x="152400" y="-66676"/>
            <a:ext cx="10363200" cy="705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delivery_logs_clean.csv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Trip_ID,Expected_Delivery_Time,Actual_Delivery_Time,Delay_Minutes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T001,12:00,12:15,15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T002,11:00,10:50,-10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T003,12:30,12:45,15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T004,11:00,11:05,5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T005,10:30,10:40,10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drivers_clean.csv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Driver_ID,Driver_Name,Experience_Years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D001,Ravi,5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D002,Sita,2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D003,Kiran,4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D004,Anu,3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D005,Raj,6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fuel_logs_clean.csv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Trip_ID,Fuel_Consumed_L,Fuel_Efficiency_km_per_L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T001,50,2.4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T002,30,2.67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T003,80,2.5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T004,10,5.0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T005,60,2.5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51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869DC8-35F4-456C-A673-033ED14E077F}"/>
              </a:ext>
            </a:extLst>
          </p:cNvPr>
          <p:cNvSpPr/>
          <p:nvPr/>
        </p:nvSpPr>
        <p:spPr>
          <a:xfrm>
            <a:off x="76200" y="84591"/>
            <a:ext cx="9067800" cy="4469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gps_routes_clean.csv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Trip_ID,Vehicle_ID,Route,Distance_km,Start_Time,End_Time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T001,V001,CityA-CityB,120,08:00,12:00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T002,V002,CityB-CityC,80,09:00,11:00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T003,V003,CityA-CityD,200,07:30,12:30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T004,V004,CityC-CityD,50,10:00,11:00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T005,V005,CityD-CityE,150,06:00,10:30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maintenance_clean.csv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Vehicle_ID,Maintenance_Date,Maintenance_Cost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V001,2025-01-10,5000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V002,2025-01-12,3000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V003,2025-01-15,7000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V004,2025-01-18,1500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V005,2025-01-20,4000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47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FB8A14-5339-4ED8-A5C0-CCB0759805E6}"/>
              </a:ext>
            </a:extLst>
          </p:cNvPr>
          <p:cNvSpPr/>
          <p:nvPr/>
        </p:nvSpPr>
        <p:spPr>
          <a:xfrm>
            <a:off x="352426" y="323850"/>
            <a:ext cx="7791450" cy="466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master_analytics.csv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Trip_ID,Vehicle_ID,Route,Distance_km,Start_Time,End_Time,Vehicle_Type,Capacity,Fuel_Consumed_L,Fuel_Efficiency_km_per_L,Expected_Delivery_Time,Actual_Delivery_Time,Delay_Minutes,Maintenance_Date,Maintenance_Cost,Driver_ID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T001,V001,CityA-CityB,120,08:00,12:00,Truck,1000,50,2.4,12:00,12:15,15,2025-01-10,5000,D001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T002,V002,CityB-CityC,80,09:00,11:00,Van,500,30,2.67,11:00,10:50,-10,2025-01-12,3000,D002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T003,V003,CityA-CityD,200,07:30,12:30,Truck,1200,80,2.5,12:30,12:45,15,2025-01-15,7000,D003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T004,V004,CityC-CityD,50,10:00,11:00,Bike,100,10,5.0,11:00,11:05,5,2025-01-18,1500,D004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T005,V005,CityD-CityE,150,06:00,10:30,Van,600,60,2.5,10:30,10:40,10,2025-01-20,4000,D005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vehicles_clean.csv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Vehicle_ID,Vehicle_Type,Capacity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V001,Truck,1000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V002,Van,500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V003,Truck,1200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V004,Bike,100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V005,Van,600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0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A2C6FC-16B5-4A84-9085-76BCF102A98C}"/>
              </a:ext>
            </a:extLst>
          </p:cNvPr>
          <p:cNvSpPr/>
          <p:nvPr/>
        </p:nvSpPr>
        <p:spPr>
          <a:xfrm flipH="1">
            <a:off x="123825" y="161925"/>
            <a:ext cx="4673262" cy="385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correction_heatmap.png</a:t>
            </a:r>
            <a:endParaRPr lang="en-IN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8C031-DC69-44C8-A7A6-4FBE865AF4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2901" y="546967"/>
            <a:ext cx="4454186" cy="33051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B12E2B-64BB-4BCB-842B-693E879820EE}"/>
              </a:ext>
            </a:extLst>
          </p:cNvPr>
          <p:cNvSpPr/>
          <p:nvPr/>
        </p:nvSpPr>
        <p:spPr>
          <a:xfrm>
            <a:off x="6999321" y="80883"/>
            <a:ext cx="2706654" cy="390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delay_distribution.png</a:t>
            </a:r>
            <a:endParaRPr lang="en-IN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010D-5897-476F-B385-296C1EA6C4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76975" y="866775"/>
            <a:ext cx="4454186" cy="2867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04B0A1-9083-4CDF-A0C3-9705D86ACA22}"/>
              </a:ext>
            </a:extLst>
          </p:cNvPr>
          <p:cNvSpPr/>
          <p:nvPr/>
        </p:nvSpPr>
        <p:spPr>
          <a:xfrm>
            <a:off x="3829050" y="3495675"/>
            <a:ext cx="3419475" cy="390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fuel_efficiency_per_vehicle.png</a:t>
            </a:r>
            <a:endParaRPr lang="en-IN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298AD-D700-47B2-9A11-180D076B402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67101" y="3886359"/>
            <a:ext cx="4114800" cy="272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1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F2FCA-8B59-40CF-853F-07D55429645C}"/>
              </a:ext>
            </a:extLst>
          </p:cNvPr>
          <p:cNvSpPr/>
          <p:nvPr/>
        </p:nvSpPr>
        <p:spPr>
          <a:xfrm>
            <a:off x="0" y="104774"/>
            <a:ext cx="9144000" cy="596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data_cleaning_script.py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:\Users\admin\Desktop\Transportation_Analytics\data\raw"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os.makedirs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exist_ok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vehicles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"vehicles.csv"))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"vehicles_clean.csv"),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"drivers.csv"))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"drivers_clean.csv"),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gps_routes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"gps_routes.csv"))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gps_routes.drop_duplicates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gps_routes.to_csv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"gps_routes_clean.csv"),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fuel_logs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"fuel_logs.csv"))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fuel_logs.drop_duplicates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fuel_logs.to_csv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"fuel_logs_clean.csv"),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delivery_logs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"delivery_logs.csv"))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delivery_logs.drop_duplicates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delivery_logs.to_csv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"delivery_logs_clean.csv"),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maintenance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"maintenance.csv"))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maintenance.drop_duplicates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maintenance.to_csv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"maintenance_clean.csv"),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CSV files cleaned and saved to cleaned folder successfully!")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1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32331B-8FD0-4EA4-8B3B-F845EB9AEE1D}"/>
              </a:ext>
            </a:extLst>
          </p:cNvPr>
          <p:cNvSpPr/>
          <p:nvPr/>
        </p:nvSpPr>
        <p:spPr>
          <a:xfrm>
            <a:off x="85725" y="85725"/>
            <a:ext cx="9058275" cy="6148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eda_analysis.py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"master_analytics.csv")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y="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Fuel_Efficiency_km_per_L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data=df)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("Fuel Efficiency per Vehicle")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cleaned_path,"fuel_efficiency_per_vehicle.png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(df["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Delay_Minutes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"], bins=10,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("Delivery Delay Distribution")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cleaned_path,"delay_distribution.png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df.select_dtypes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(include=['int64', 'float64'])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=(8,6))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numeric_df.corr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("Correlation Heatmap")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cleaned_path,"correlation_heatmap.png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EDA charts created successfully and saved inside /data/cleaned/")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10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4EF870-64EB-41ED-8067-1A34622937BB}"/>
              </a:ext>
            </a:extLst>
          </p:cNvPr>
          <p:cNvSpPr/>
          <p:nvPr/>
        </p:nvSpPr>
        <p:spPr>
          <a:xfrm>
            <a:off x="266700" y="200025"/>
            <a:ext cx="8877300" cy="596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merge_master_dataset.py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"master_analytics.csv")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y="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Fuel_Efficiency_km_per_L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data=df)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("Fuel Efficiency per Vehicle")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cleaned_path,"fuel_efficiency_per_vehicle.png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(df["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Delay_Minutes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"], bins=10,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("Delivery Delay Distribution")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cleaned_path,"delay_distribution.png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df.select_dtypes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(include=['int64', 'float64'])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=(8,6))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numeric_df.corr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("Correlation Heatmap")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cleaned_path,"correlation_heatmap.png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EDA charts created successfully and saved inside /data/cleaned/")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0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269D5-1205-466B-9E46-0E29B3E09005}"/>
              </a:ext>
            </a:extLst>
          </p:cNvPr>
          <p:cNvSpPr/>
          <p:nvPr/>
        </p:nvSpPr>
        <p:spPr>
          <a:xfrm>
            <a:off x="361950" y="276225"/>
            <a:ext cx="8782050" cy="5789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dashboard.py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"master_analytics.csv")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y="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Fuel_Efficiency_km_per_L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data=df)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("Fuel Efficiency per Vehicle")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cleaned_path,"fuel_efficiency_per_vehicle.png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(df["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Delay_Minutes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"], bins=10,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("Delivery Delay Distribution")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cleaned_path,"delay_distribution.png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df.select_dtypes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(include=['int64', 'float64'])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=(8,6))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numeric_df.corr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("Correlation Heatmap")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cleaned_path,"correlation_heatmap.png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EDA charts created successfully and saved inside /data/cleaned/")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C6737-5C7B-4E76-B491-D5669781431C}"/>
              </a:ext>
            </a:extLst>
          </p:cNvPr>
          <p:cNvSpPr/>
          <p:nvPr/>
        </p:nvSpPr>
        <p:spPr>
          <a:xfrm>
            <a:off x="5381625" y="2990850"/>
            <a:ext cx="5295900" cy="1725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run dashboard.py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can now view your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in your browser.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Local URL: http://localhost:8501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Network URL: http://10.172.46.106:8501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2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821A0-348C-4311-BF7E-08B7D5E26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" y="123825"/>
            <a:ext cx="5433579" cy="27707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F875F9-7347-435A-9F15-A7DF1927D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25" y="123825"/>
            <a:ext cx="5698789" cy="2770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340A2A-90C9-43D4-A588-2C3B4213C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" y="3190876"/>
            <a:ext cx="5433579" cy="3143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865AA9-075D-41F7-8AFD-AEFCFB225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25" y="3190877"/>
            <a:ext cx="5698789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4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8A6741-A55E-4C6A-9B78-CF1BA3613EAE}"/>
              </a:ext>
            </a:extLst>
          </p:cNvPr>
          <p:cNvSpPr/>
          <p:nvPr/>
        </p:nvSpPr>
        <p:spPr>
          <a:xfrm>
            <a:off x="190500" y="76200"/>
            <a:ext cx="9715500" cy="6944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05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model_training.py</a:t>
            </a:r>
            <a:endParaRPr lang="en-IN" sz="105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mport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pandas as pd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sklearn.ensemble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sklearn.preprocessing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r2_score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print("Fuel Efficiency Model Training Started...")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DATA_PATH = "data/cleaned/master_analytics.csv"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SAVE_DIR = "D:/models"  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os.makedirs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(SAVE_DIR,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exist_ok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MODEL_PATH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(SAVE_DIR, "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fuel_efficiency_model.pkl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(DATA_PATH)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feature_cols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["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Distance_km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"Capacity", "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Fuel_Consumed_L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  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categorical_cols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["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Vehicle_Type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"Route"]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X_num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df[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feature_cols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encoder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(drop='first',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=int)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X_cat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encoder.fit_transform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(df[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categorical_cols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]).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toarray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np.hstack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X_num.values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X_cat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df["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Fuel_Efficiency_km_per_L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"].values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f"Features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used: {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X.shape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[1]}, Rows: {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X.shape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[0]}")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=100,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 = r2_score(y, 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05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502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A18C6-C787-4AAF-BE6F-F80C4B7A952E}"/>
              </a:ext>
            </a:extLst>
          </p:cNvPr>
          <p:cNvSpPr/>
          <p:nvPr/>
        </p:nvSpPr>
        <p:spPr>
          <a:xfrm>
            <a:off x="200025" y="114300"/>
            <a:ext cx="8943975" cy="976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print("Model Trained Successfully!")</a:t>
            </a: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f"MAE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{mae:.4f}")</a:t>
            </a: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print(f"R² Score: {r2:.4f}")</a:t>
            </a: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joblib.dump</a:t>
            </a: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(model, MODEL_PATH)</a:t>
            </a: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0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print(f" Model saved as {MODEL_PATH}")</a:t>
            </a: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B2DEB-F877-44B9-B9C4-FE37B1A93392}"/>
              </a:ext>
            </a:extLst>
          </p:cNvPr>
          <p:cNvSpPr/>
          <p:nvPr/>
        </p:nvSpPr>
        <p:spPr>
          <a:xfrm>
            <a:off x="200025" y="1090786"/>
            <a:ext cx="5762625" cy="2820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python model_training.py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 Efficiency Model Training Started...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Features used: 9, Rows: 5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Trained Successfully!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MAE: 0.2701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R² Score: 0.8163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saved as D:/models\fuel_efficiency_model.pkl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E4590-1E47-4A1E-BA85-3D1941572E3B}"/>
              </a:ext>
            </a:extLst>
          </p:cNvPr>
          <p:cNvSpPr/>
          <p:nvPr/>
        </p:nvSpPr>
        <p:spPr>
          <a:xfrm>
            <a:off x="200025" y="4000499"/>
            <a:ext cx="8943975" cy="1998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Feature Engineering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Fuel Economy Index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Load Ratio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Speed-Time features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One-hot encoding for categorical variables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20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02BAC3-9B31-418D-B70F-12B5A6FA09F4}"/>
              </a:ext>
            </a:extLst>
          </p:cNvPr>
          <p:cNvSpPr/>
          <p:nvPr/>
        </p:nvSpPr>
        <p:spPr>
          <a:xfrm>
            <a:off x="200025" y="209550"/>
            <a:ext cx="8943975" cy="5653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6. Model Training</a:t>
            </a:r>
            <a:endParaRPr lang="en-IN" sz="16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 Efficiency Model: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Algorithm: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RandomForestRegressor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Trained on 9 features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MAE: 0.27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R² Score: 0.81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Model saved at: models/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fuel_efficiency_model.pkl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7. Dashboard</a:t>
            </a:r>
            <a:endParaRPr lang="en-IN" sz="16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dashboard was created to: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Upload datasets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Visualize metrics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Predict Fuel Efficiency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Command to run: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run dashboard.py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39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5FAE92-BB29-45EB-882F-FD1D9F8AAE58}"/>
              </a:ext>
            </a:extLst>
          </p:cNvPr>
          <p:cNvSpPr/>
          <p:nvPr/>
        </p:nvSpPr>
        <p:spPr>
          <a:xfrm>
            <a:off x="390525" y="76200"/>
            <a:ext cx="8753475" cy="6630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8. Folder Structure</a:t>
            </a:r>
            <a:endParaRPr lang="en-IN" sz="12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Transportation_Analytics</a:t>
            </a: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data/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models/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dashboard.py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model_training.py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requirements.txt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9. How to Run</a:t>
            </a:r>
            <a:endParaRPr lang="en-IN" sz="12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Navigate to project folder: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cd </a:t>
            </a:r>
            <a:r>
              <a:rPr lang="en-US" sz="12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Transportation_Analytics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Train model: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python model_training.py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Run dashboard: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</a:t>
            </a:r>
            <a:r>
              <a:rPr lang="en-US" sz="12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run dashboard.py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10. Deployment Guide</a:t>
            </a:r>
            <a:endParaRPr lang="en-IN" sz="12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Cloud Deployment Steps: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Push project to GitHub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Login to share.streamlit.io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Select repo and deploy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Add models/ folder to repo</a:t>
            </a:r>
            <a:endParaRPr lang="en-IN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224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2558</Words>
  <Application>Microsoft Office PowerPoint</Application>
  <PresentationFormat>Widescreen</PresentationFormat>
  <Paragraphs>291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MS Gothic</vt:lpstr>
      <vt:lpstr>MS Mincho</vt:lpstr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2025-12-13T14:39:10Z</dcterms:created>
  <dcterms:modified xsi:type="dcterms:W3CDTF">2025-12-13T17:48:20Z</dcterms:modified>
</cp:coreProperties>
</file>