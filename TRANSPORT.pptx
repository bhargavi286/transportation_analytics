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5" r:id="rId12"/>
    <p:sldId id="272" r:id="rId13"/>
    <p:sldId id="273" r:id="rId14"/>
    <p:sldId id="266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E02A-A012-4760-8585-A61CD55BB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96071-C60B-46F5-B26B-01FA67B0C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3A451-8077-4EB0-B29A-9CB07E31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3496-3AA3-4C6C-A653-C364318F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B6DC-7EEF-4560-98A9-EFC43904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1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91E9-3D1E-464D-84D7-D67697A3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C79AB-0FB1-4E96-9AA4-793C489F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6089-3DBE-4735-8C28-6E50025C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38FB-1D7C-44AE-A02F-DD28F867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CF37-80A6-4256-9763-DF21D6D3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7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68F1-A236-4C72-9EAB-02003FC6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82083-E78C-4EC7-9D0C-662139398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CA586-90FB-4F4C-B22F-EEC4BFA0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3D68-74E0-47DF-933B-838F3388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97C06-636A-414C-8566-D5C49C77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6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BC3D-930D-4B6F-A344-C0EF0949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FA75-8CD7-49BC-90B7-27C2F3EED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16479-4485-4314-8D07-06E18271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DCF8C-BC42-446D-9A77-8DBC2891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180E-482C-4E03-9089-A5205EB5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38228-A5AF-42B8-90DD-CF1BB84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7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C314-4F0B-45EF-A997-F10EF8AE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CEDD7-E5BF-4F3B-83D8-D74782759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09E67-8B15-499E-A616-0860148E6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C182B-1EFD-4FED-A932-7272C9B38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C4DF3-935A-4925-909B-EA199E309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D9715-DF36-48AC-AB5F-7ABEBE87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5B6C7-BBA3-4D1D-932D-84555EA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8D685-564F-48FD-8EE2-1FA3809F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53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C267-66DB-4B7C-BDB9-5799A15C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D57D7-2488-4006-8472-65B122AF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58688-9806-4C2B-BD2A-CE9E6F8A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625A1-C7DB-43DF-AA97-4AB88440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09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53ED8-A800-43DD-98B2-382C244F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FFEB4-196A-46BB-8FEF-1EF0F6CC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17681-0EA5-4765-9223-8AC5132E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88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B4FC-73E6-4E13-8852-EEEF05E52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C2F2D-7C34-4077-92EC-3B105802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5607E-7BE8-4E42-BC4A-713816215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3825C-B4C6-4BB0-BA43-EFD4A25B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804B-505F-4452-9E1D-0570B512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E3AAD-2DB5-42EB-98DD-339B289E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5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AC64-1122-4905-999D-A810D182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65BD1-8AFB-4992-A247-515C94019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36B9B-4A94-4EB9-9ECE-B83679AEE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FC847-84FF-4634-9B8E-361E7811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55139-CD49-4B41-8B32-8DA20757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A50A9-CCD3-4124-8805-B0E6A6D9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9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561D-248D-4538-AFA6-FDDEBA04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B2D8F-832F-4C4B-B621-BB3A757EF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498B-1CB4-4456-BEA8-069EBF04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9BD98-8611-4680-B700-F3EA007B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07EF-F7C0-4111-A321-A9710E19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1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12700-4593-478F-8556-EACB95490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BD529-A940-471F-9997-AE156AB1B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D0436-F8D7-49E2-BE4D-AE73C4A1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61DE6-3F48-423D-85B7-195EB65B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0E3CB-743E-40D4-87B4-213DD45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95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75238-2AC6-4376-B4FC-D8646CB8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5F493-2DDA-4CFB-AE56-F7CECEEDB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FF66-FFEF-4C2F-8133-1B5C36D28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9BADC-94D5-4219-B59A-8CFDFE72AFB1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0E16F-9461-48E3-80F8-47893AF85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6F58-432B-4611-83A5-0FB6D9E19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16E5C-76F7-49CD-8187-72D98DBCC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48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E75EE-E497-4CD5-B58B-1D25A1D2CB73}"/>
              </a:ext>
            </a:extLst>
          </p:cNvPr>
          <p:cNvSpPr/>
          <p:nvPr/>
        </p:nvSpPr>
        <p:spPr>
          <a:xfrm>
            <a:off x="0" y="-19049"/>
            <a:ext cx="12258675" cy="6785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000" b="1" kern="0" dirty="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Transportation Analytics – Technical Documentation (Task 4)</a:t>
            </a:r>
            <a:endParaRPr lang="en-IN" sz="20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1. Project Overview</a:t>
            </a:r>
            <a:endParaRPr lang="en-IN" sz="1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project focuses on building a fuel efficiency prediction model, safety score model (optional), and a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-based interactive dashboard.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2. Objectives</a:t>
            </a:r>
            <a:endParaRPr lang="en-IN" sz="1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Clean and preprocess vehicle transportation data.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Engineer new features such as Fuel Economy Index, Load Ratio, etc.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   Train an ML model to predict fuel efficiency.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Build an interactive dashboard using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Dataset Details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master_analytics.csv contains cleaned and merged data.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columns include: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distance_travelled_km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fuel_consumed_liters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load_weight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vehicle_speed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trip_time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Cleaning Steps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data types</a:t>
            </a:r>
          </a:p>
          <a:p>
            <a:pPr marL="285750" indent="-285750">
              <a:buFontTx/>
              <a:buChar char="-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Feature scaling and transformations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5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8E16C-790C-4BB8-A854-43E2775852BD}"/>
              </a:ext>
            </a:extLst>
          </p:cNvPr>
          <p:cNvSpPr/>
          <p:nvPr/>
        </p:nvSpPr>
        <p:spPr>
          <a:xfrm>
            <a:off x="152400" y="-66676"/>
            <a:ext cx="10363200" cy="705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delivery_logs_clean.csv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Trip_ID,Expected_Delivery_Time,Actual_Delivery_Time,Delay_Minutes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T001,12:00,12:15,15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T002,11:00,10:50,-10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T003,12:30,12:45,15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T004,11:00,11:05,5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T005,10:30,10:40,10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drivers_clean.csv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Driver_ID,Driver_Name,Experience_Years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D001,Ravi,5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D002,Sita,2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D003,Kiran,4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D004,Anu,3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D005,Raj,6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fuel_logs_clean.csv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Trip_ID,Fuel_Consumed_L,Fuel_Efficiency_km_per_L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T001,50,2.4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T002,30,2.67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T003,80,2.5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T004,10,5.0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T005,60,2.5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1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869DC8-35F4-456C-A673-033ED14E077F}"/>
              </a:ext>
            </a:extLst>
          </p:cNvPr>
          <p:cNvSpPr/>
          <p:nvPr/>
        </p:nvSpPr>
        <p:spPr>
          <a:xfrm>
            <a:off x="76200" y="84591"/>
            <a:ext cx="9067800" cy="4469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gps_routes_clean.csv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Trip_ID,Vehicle_ID,Route,Distance_km,Start_Time,End_Time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T001,V001,CityA-CityB,120,08:00,12:00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T002,V002,CityB-CityC,80,09:00,11:00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T003,V003,CityA-CityD,200,07:30,12:30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T004,V004,CityC-CityD,50,10:00,11:00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T005,V005,CityD-CityE,150,06:00,10:30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maintenance_clean.csv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Vehicle_ID,Maintenance_Date,Maintenance_Cost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V001,2025-01-10,5000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V002,2025-01-12,3000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V003,2025-01-15,7000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V004,2025-01-18,1500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V005,2025-01-20,4000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47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FB8A14-5339-4ED8-A5C0-CCB0759805E6}"/>
              </a:ext>
            </a:extLst>
          </p:cNvPr>
          <p:cNvSpPr/>
          <p:nvPr/>
        </p:nvSpPr>
        <p:spPr>
          <a:xfrm>
            <a:off x="352426" y="323850"/>
            <a:ext cx="7791450" cy="466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master_analytics.csv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Trip_ID,Vehicle_ID,Route,Distance_km,Start_Time,End_Time,Vehicle_Type,Capacity,Fuel_Consumed_L,Fuel_Efficiency_km_per_L,Expected_Delivery_Time,Actual_Delivery_Time,Delay_Minutes,Maintenance_Date,Maintenance_Cost,Driver_ID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T001,V001,CityA-CityB,120,08:00,12:00,Truck,1000,50,2.4,12:00,12:15,15,2025-01-10,5000,D001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T002,V002,CityB-CityC,80,09:00,11:00,Van,500,30,2.67,11:00,10:50,-10,2025-01-12,3000,D002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T003,V003,CityA-CityD,200,07:30,12:30,Truck,1200,80,2.5,12:30,12:45,15,2025-01-15,7000,D003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T004,V004,CityC-CityD,50,10:00,11:00,Bike,100,10,5.0,11:00,11:05,5,2025-01-18,1500,D004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T005,V005,CityD-CityE,150,06:00,10:30,Van,600,60,2.5,10:30,10:40,10,2025-01-20,4000,D005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vehicles_clean.csv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Vehicle_ID,Vehicle_Type,Capacity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V001,Truck,1000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V002,Van,500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V003,Truck,1200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V004,Bike,100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V005,Van,600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0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A2C6FC-16B5-4A84-9085-76BCF102A98C}"/>
              </a:ext>
            </a:extLst>
          </p:cNvPr>
          <p:cNvSpPr/>
          <p:nvPr/>
        </p:nvSpPr>
        <p:spPr>
          <a:xfrm flipH="1">
            <a:off x="123825" y="161925"/>
            <a:ext cx="4673262" cy="385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correction_heatmap.png</a:t>
            </a:r>
            <a:endParaRPr lang="en-IN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8C031-DC69-44C8-A7A6-4FBE865AF4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2901" y="546967"/>
            <a:ext cx="4454186" cy="33051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B12E2B-64BB-4BCB-842B-693E879820EE}"/>
              </a:ext>
            </a:extLst>
          </p:cNvPr>
          <p:cNvSpPr/>
          <p:nvPr/>
        </p:nvSpPr>
        <p:spPr>
          <a:xfrm>
            <a:off x="6999321" y="80883"/>
            <a:ext cx="2706654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delay_distribution.png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010D-5897-476F-B385-296C1EA6C4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76975" y="866775"/>
            <a:ext cx="4454186" cy="2867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04B0A1-9083-4CDF-A0C3-9705D86ACA22}"/>
              </a:ext>
            </a:extLst>
          </p:cNvPr>
          <p:cNvSpPr/>
          <p:nvPr/>
        </p:nvSpPr>
        <p:spPr>
          <a:xfrm>
            <a:off x="3829050" y="3495675"/>
            <a:ext cx="3419475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fuel_efficiency_per_vehicle.png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298AD-D700-47B2-9A11-180D076B402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67101" y="3886359"/>
            <a:ext cx="4114800" cy="272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1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F2FCA-8B59-40CF-853F-07D55429645C}"/>
              </a:ext>
            </a:extLst>
          </p:cNvPr>
          <p:cNvSpPr/>
          <p:nvPr/>
        </p:nvSpPr>
        <p:spPr>
          <a:xfrm>
            <a:off x="0" y="104774"/>
            <a:ext cx="9144000" cy="596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data_cleaning_script.py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:\Users\admin\Desktop\Transportation_Analytics\data\raw"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os.makedirs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exist_ok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"vehicles.csv"))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"vehicles_clean.csv"),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"drivers.csv"))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drivers.to_csv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"drivers_clean.csv"),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"gps_routes.csv"))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gps_routes.to_csv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"gps_routes_clean.csv"),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"fuel_logs.csv"))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fuel_logs.to_csv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"fuel_logs_clean.csv"),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"delivery_logs.csv"))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delivery_logs.to_csv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"delivery_logs_clean.csv"),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"maintenance.csv"))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maintenance.drop_duplicates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maintenance.to_csv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"maintenance_clean.csv"), index=False)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CSV files cleaned and saved to cleaned folder successfully!")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61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32331B-8FD0-4EA4-8B3B-F845EB9AEE1D}"/>
              </a:ext>
            </a:extLst>
          </p:cNvPr>
          <p:cNvSpPr/>
          <p:nvPr/>
        </p:nvSpPr>
        <p:spPr>
          <a:xfrm>
            <a:off x="85725" y="85725"/>
            <a:ext cx="9058275" cy="6148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eda_analysis.py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"master_analytics.csv")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y="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data=df)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("Fuel Efficiency per Vehicle")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cleaned_path,"fuel_efficiency_per_vehicle.png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Delay_Minutes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"], bins=10,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("Delivery Delay Distribution")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cleaned_path,"delay_distribution.png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df.select_dtypes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(include=['int64', 'float64'])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=(8,6))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numeric_df.corr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("Correlation Heatmap")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cleaned_path,"correlation_heatmap.png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EDA charts created successfully and saved inside /data/cleaned/")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10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4EF870-64EB-41ED-8067-1A34622937BB}"/>
              </a:ext>
            </a:extLst>
          </p:cNvPr>
          <p:cNvSpPr/>
          <p:nvPr/>
        </p:nvSpPr>
        <p:spPr>
          <a:xfrm>
            <a:off x="266700" y="200025"/>
            <a:ext cx="8877300" cy="5968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merge_master_dataset.py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r"C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:\Users\admin\Desktop\Transportation_Analytics\data\cleaned"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"master_analytics.csv")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master_file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sns.barplot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y="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Fuel_Efficiency_km_per_L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data=df)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("Fuel Efficiency per Vehicle")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cleaned_path,"fuel_efficiency_per_vehicle.png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sns.histplot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(df["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Delay_Minutes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"], bins=10,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kde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("Delivery Delay Distribution")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cleaned_path,"delay_distribution.png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df.select_dtypes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(include=['int64', 'float64'])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=(8,6))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numeric_df.corr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("Correlation Heatmap")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plt.savefig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cleaned_path,"correlation_heatmap.png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plt.close</a:t>
            </a: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print("All EDA charts created successfully and saved inside /data/cleaned/")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A6741-A55E-4C6A-9B78-CF1BA3613EAE}"/>
              </a:ext>
            </a:extLst>
          </p:cNvPr>
          <p:cNvSpPr/>
          <p:nvPr/>
        </p:nvSpPr>
        <p:spPr>
          <a:xfrm>
            <a:off x="190500" y="76200"/>
            <a:ext cx="9715500" cy="12292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05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model_training.py</a:t>
            </a:r>
            <a:endParaRPr lang="en-IN" sz="105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IN" sz="1050" dirty="0"/>
              <a:t>import pandas as pd</a:t>
            </a:r>
          </a:p>
          <a:p>
            <a:r>
              <a:rPr lang="en-IN" sz="1050" dirty="0"/>
              <a:t>import </a:t>
            </a:r>
            <a:r>
              <a:rPr lang="en-IN" sz="1050" dirty="0" err="1"/>
              <a:t>os</a:t>
            </a:r>
            <a:endParaRPr lang="en-IN" sz="1050" dirty="0"/>
          </a:p>
          <a:p>
            <a:r>
              <a:rPr lang="en-IN" sz="1050" dirty="0"/>
              <a:t>import </a:t>
            </a:r>
            <a:r>
              <a:rPr lang="en-IN" sz="1050" dirty="0" err="1"/>
              <a:t>joblib</a:t>
            </a:r>
            <a:endParaRPr lang="en-IN" sz="1050" dirty="0"/>
          </a:p>
          <a:p>
            <a:br>
              <a:rPr lang="en-IN" sz="1050" dirty="0"/>
            </a:br>
            <a:r>
              <a:rPr lang="en-IN" sz="1050" dirty="0"/>
              <a:t>from </a:t>
            </a:r>
            <a:r>
              <a:rPr lang="en-IN" sz="1050" dirty="0" err="1"/>
              <a:t>sklearn.model_selection</a:t>
            </a:r>
            <a:r>
              <a:rPr lang="en-IN" sz="1050" dirty="0"/>
              <a:t> import </a:t>
            </a:r>
            <a:r>
              <a:rPr lang="en-IN" sz="1050" dirty="0" err="1"/>
              <a:t>train_test_split</a:t>
            </a:r>
            <a:endParaRPr lang="en-IN" sz="1050" dirty="0"/>
          </a:p>
          <a:p>
            <a:r>
              <a:rPr lang="en-IN" sz="1050" dirty="0"/>
              <a:t>from </a:t>
            </a:r>
            <a:r>
              <a:rPr lang="en-IN" sz="1050" dirty="0" err="1"/>
              <a:t>sklearn.ensemble</a:t>
            </a:r>
            <a:r>
              <a:rPr lang="en-IN" sz="1050" dirty="0"/>
              <a:t> import </a:t>
            </a:r>
            <a:r>
              <a:rPr lang="en-IN" sz="1050" dirty="0" err="1"/>
              <a:t>RandomForestRegressor</a:t>
            </a:r>
            <a:endParaRPr lang="en-IN" sz="1050" dirty="0"/>
          </a:p>
          <a:p>
            <a:r>
              <a:rPr lang="en-IN" sz="1050" dirty="0"/>
              <a:t>from </a:t>
            </a:r>
            <a:r>
              <a:rPr lang="en-IN" sz="1050" dirty="0" err="1"/>
              <a:t>sklearn.metrics</a:t>
            </a:r>
            <a:r>
              <a:rPr lang="en-IN" sz="1050" dirty="0"/>
              <a:t> import </a:t>
            </a:r>
            <a:r>
              <a:rPr lang="en-IN" sz="1050" dirty="0" err="1"/>
              <a:t>mean_absolute_error</a:t>
            </a:r>
            <a:r>
              <a:rPr lang="en-IN" sz="1050" dirty="0"/>
              <a:t>, r2_score</a:t>
            </a:r>
          </a:p>
          <a:p>
            <a:br>
              <a:rPr lang="en-IN" sz="1050" dirty="0"/>
            </a:br>
            <a:r>
              <a:rPr lang="en-IN" sz="1050" dirty="0"/>
              <a:t>print("Fuel Efficiency Model Training Started...")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DATA_PATH = </a:t>
            </a:r>
            <a:r>
              <a:rPr lang="en-IN" sz="1050" dirty="0" err="1"/>
              <a:t>os.path.join</a:t>
            </a:r>
            <a:r>
              <a:rPr lang="en-IN" sz="1050" dirty="0"/>
              <a:t>("data", "cleaned", "master_analytics.csv")</a:t>
            </a:r>
          </a:p>
          <a:p>
            <a:r>
              <a:rPr lang="en-IN" sz="1050" dirty="0"/>
              <a:t>MODEL_DIR = "models"</a:t>
            </a:r>
          </a:p>
          <a:p>
            <a:r>
              <a:rPr lang="en-IN" sz="1050" dirty="0"/>
              <a:t>MODEL_PATH = </a:t>
            </a:r>
            <a:r>
              <a:rPr lang="en-IN" sz="1050" dirty="0" err="1"/>
              <a:t>os.path.join</a:t>
            </a:r>
            <a:r>
              <a:rPr lang="en-IN" sz="1050" dirty="0"/>
              <a:t>(MODEL_DIR, "</a:t>
            </a:r>
            <a:r>
              <a:rPr lang="en-IN" sz="1050" dirty="0" err="1"/>
              <a:t>fuel_efficiency_model.pkl</a:t>
            </a:r>
            <a:r>
              <a:rPr lang="en-IN" sz="1050" dirty="0"/>
              <a:t>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if not </a:t>
            </a:r>
            <a:r>
              <a:rPr lang="en-IN" sz="1050" dirty="0" err="1"/>
              <a:t>os.path.exists</a:t>
            </a:r>
            <a:r>
              <a:rPr lang="en-IN" sz="1050" dirty="0"/>
              <a:t>(DATA_PATH):</a:t>
            </a:r>
          </a:p>
          <a:p>
            <a:r>
              <a:rPr lang="en-IN" sz="1050" dirty="0"/>
              <a:t>    raise </a:t>
            </a:r>
            <a:r>
              <a:rPr lang="en-IN" sz="1050" dirty="0" err="1"/>
              <a:t>FileNotFoundError</a:t>
            </a:r>
            <a:r>
              <a:rPr lang="en-IN" sz="1050" dirty="0"/>
              <a:t>("master_analytics.csv not found")</a:t>
            </a:r>
          </a:p>
          <a:p>
            <a:br>
              <a:rPr lang="en-IN" sz="1050" dirty="0"/>
            </a:br>
            <a:r>
              <a:rPr lang="en-IN" sz="1050" dirty="0"/>
              <a:t>df = </a:t>
            </a:r>
            <a:r>
              <a:rPr lang="en-IN" sz="1050" dirty="0" err="1"/>
              <a:t>pd.read_csv</a:t>
            </a:r>
            <a:r>
              <a:rPr lang="en-IN" sz="1050" dirty="0"/>
              <a:t>(DATA_PATH)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FEATURES = [</a:t>
            </a:r>
          </a:p>
          <a:p>
            <a:r>
              <a:rPr lang="en-IN" sz="1050" dirty="0"/>
              <a:t>    "</a:t>
            </a:r>
            <a:r>
              <a:rPr lang="en-IN" sz="1050" dirty="0" err="1"/>
              <a:t>Distance_km</a:t>
            </a:r>
            <a:r>
              <a:rPr lang="en-IN" sz="1050" dirty="0"/>
              <a:t>",</a:t>
            </a:r>
          </a:p>
          <a:p>
            <a:r>
              <a:rPr lang="en-IN" sz="1050" dirty="0"/>
              <a:t>    "</a:t>
            </a:r>
            <a:r>
              <a:rPr lang="en-IN" sz="1050" dirty="0" err="1"/>
              <a:t>Fuel_Consumed_L</a:t>
            </a:r>
            <a:r>
              <a:rPr lang="en-IN" sz="1050" dirty="0"/>
              <a:t>",</a:t>
            </a:r>
          </a:p>
          <a:p>
            <a:r>
              <a:rPr lang="en-IN" sz="1050" dirty="0"/>
              <a:t>    "</a:t>
            </a:r>
            <a:r>
              <a:rPr lang="en-IN" sz="1050" dirty="0" err="1"/>
              <a:t>Delay_Minutes</a:t>
            </a:r>
            <a:r>
              <a:rPr lang="en-IN" sz="1050" dirty="0"/>
              <a:t>"</a:t>
            </a:r>
          </a:p>
          <a:p>
            <a:r>
              <a:rPr lang="en-IN" sz="1050" dirty="0"/>
              <a:t>]</a:t>
            </a:r>
          </a:p>
          <a:p>
            <a:br>
              <a:rPr lang="en-IN" sz="1050" dirty="0"/>
            </a:br>
            <a:r>
              <a:rPr lang="en-IN" sz="1050" dirty="0"/>
              <a:t>TARGET = "</a:t>
            </a:r>
            <a:r>
              <a:rPr lang="en-IN" sz="1050" dirty="0" err="1"/>
              <a:t>Fuel_Efficiency_km_per_L</a:t>
            </a:r>
            <a:r>
              <a:rPr lang="en-IN" sz="1050" dirty="0"/>
              <a:t>"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for col in FEATURES + [TARGET]:</a:t>
            </a:r>
          </a:p>
          <a:p>
            <a:r>
              <a:rPr lang="en-IN" sz="1050" dirty="0"/>
              <a:t>    if col not in </a:t>
            </a:r>
            <a:r>
              <a:rPr lang="en-IN" sz="1050" dirty="0" err="1"/>
              <a:t>df.columns</a:t>
            </a:r>
            <a:r>
              <a:rPr lang="en-IN" sz="1050" dirty="0"/>
              <a:t>:</a:t>
            </a:r>
          </a:p>
          <a:p>
            <a:r>
              <a:rPr lang="en-IN" sz="1050" dirty="0"/>
              <a:t>        raise </a:t>
            </a:r>
            <a:r>
              <a:rPr lang="en-IN" sz="1050" dirty="0" err="1"/>
              <a:t>ValueError</a:t>
            </a:r>
            <a:r>
              <a:rPr lang="en-IN" sz="1050" dirty="0"/>
              <a:t>(</a:t>
            </a:r>
            <a:r>
              <a:rPr lang="en-IN" sz="1050" dirty="0" err="1"/>
              <a:t>f"Missing</a:t>
            </a:r>
            <a:r>
              <a:rPr lang="en-IN" sz="1050" dirty="0"/>
              <a:t> column in dataset: {col}")</a:t>
            </a:r>
          </a:p>
          <a:p>
            <a:br>
              <a:rPr lang="en-IN" sz="1050" dirty="0"/>
            </a:br>
            <a:r>
              <a:rPr lang="en-IN" sz="1050" dirty="0"/>
              <a:t>X = df[FEATURES]</a:t>
            </a:r>
          </a:p>
          <a:p>
            <a:r>
              <a:rPr lang="en-IN" sz="1050" dirty="0"/>
              <a:t>y = df[TARGET]</a:t>
            </a:r>
          </a:p>
          <a:p>
            <a:br>
              <a:rPr lang="en-IN" sz="1050" dirty="0"/>
            </a:br>
            <a:r>
              <a:rPr lang="en-IN" sz="1050" dirty="0"/>
              <a:t>print(</a:t>
            </a:r>
            <a:r>
              <a:rPr lang="en-IN" sz="1050" dirty="0" err="1"/>
              <a:t>f"Features</a:t>
            </a:r>
            <a:r>
              <a:rPr lang="en-IN" sz="1050" dirty="0"/>
              <a:t> used: {</a:t>
            </a:r>
            <a:r>
              <a:rPr lang="en-IN" sz="1050" dirty="0" err="1"/>
              <a:t>len</a:t>
            </a:r>
            <a:r>
              <a:rPr lang="en-IN" sz="1050" dirty="0"/>
              <a:t>(FEATURES)}, Rows: {</a:t>
            </a:r>
            <a:r>
              <a:rPr lang="en-IN" sz="1050" dirty="0" err="1"/>
              <a:t>len</a:t>
            </a:r>
            <a:r>
              <a:rPr lang="en-IN" sz="1050" dirty="0"/>
              <a:t>(df)}")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X_train</a:t>
            </a:r>
            <a:r>
              <a:rPr lang="en-IN" sz="1050" dirty="0"/>
              <a:t>, </a:t>
            </a:r>
            <a:r>
              <a:rPr lang="en-IN" sz="1050" dirty="0" err="1"/>
              <a:t>X_test</a:t>
            </a:r>
            <a:r>
              <a:rPr lang="en-IN" sz="1050" dirty="0"/>
              <a:t>, </a:t>
            </a:r>
            <a:r>
              <a:rPr lang="en-IN" sz="1050" dirty="0" err="1"/>
              <a:t>y_train</a:t>
            </a:r>
            <a:r>
              <a:rPr lang="en-IN" sz="1050" dirty="0"/>
              <a:t>, </a:t>
            </a:r>
            <a:r>
              <a:rPr lang="en-IN" sz="1050" dirty="0" err="1"/>
              <a:t>y_test</a:t>
            </a:r>
            <a:r>
              <a:rPr lang="en-IN" sz="1050" dirty="0"/>
              <a:t> = </a:t>
            </a:r>
            <a:r>
              <a:rPr lang="en-IN" sz="1050" dirty="0" err="1"/>
              <a:t>train_test_split</a:t>
            </a:r>
            <a:r>
              <a:rPr lang="en-IN" sz="1050" dirty="0"/>
              <a:t>(</a:t>
            </a:r>
          </a:p>
          <a:p>
            <a:r>
              <a:rPr lang="en-IN" sz="1050" dirty="0"/>
              <a:t>    X, y, </a:t>
            </a:r>
            <a:r>
              <a:rPr lang="en-IN" sz="1050" dirty="0" err="1"/>
              <a:t>test_size</a:t>
            </a:r>
            <a:r>
              <a:rPr lang="en-IN" sz="1050" dirty="0"/>
              <a:t>=0.2, </a:t>
            </a:r>
            <a:r>
              <a:rPr lang="en-IN" sz="1050" dirty="0" err="1"/>
              <a:t>random_state</a:t>
            </a:r>
            <a:r>
              <a:rPr lang="en-IN" sz="1050" dirty="0"/>
              <a:t>=42</a:t>
            </a:r>
          </a:p>
          <a:p>
            <a:r>
              <a:rPr lang="en-IN" sz="1050" dirty="0"/>
              <a:t>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model = </a:t>
            </a:r>
            <a:r>
              <a:rPr lang="en-IN" sz="1050" dirty="0" err="1"/>
              <a:t>RandomForestRegressor</a:t>
            </a:r>
            <a:r>
              <a:rPr lang="en-IN" sz="1050" dirty="0"/>
              <a:t>(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n_estimators</a:t>
            </a:r>
            <a:r>
              <a:rPr lang="en-IN" sz="1050" dirty="0"/>
              <a:t>=100,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random_state</a:t>
            </a:r>
            <a:r>
              <a:rPr lang="en-IN" sz="1050" dirty="0"/>
              <a:t>=42</a:t>
            </a:r>
          </a:p>
          <a:p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 err="1"/>
              <a:t>model.fit</a:t>
            </a:r>
            <a:r>
              <a:rPr lang="en-IN" sz="1050" dirty="0"/>
              <a:t>(</a:t>
            </a:r>
            <a:r>
              <a:rPr lang="en-IN" sz="1050" dirty="0" err="1"/>
              <a:t>X_train</a:t>
            </a:r>
            <a:r>
              <a:rPr lang="en-IN" sz="1050" dirty="0"/>
              <a:t>, </a:t>
            </a:r>
            <a:r>
              <a:rPr lang="en-IN" sz="1050" dirty="0" err="1"/>
              <a:t>y_train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y_pred</a:t>
            </a:r>
            <a:r>
              <a:rPr lang="en-IN" sz="1050" dirty="0"/>
              <a:t> = </a:t>
            </a:r>
            <a:r>
              <a:rPr lang="en-IN" sz="1050" dirty="0" err="1"/>
              <a:t>model.predict</a:t>
            </a:r>
            <a:r>
              <a:rPr lang="en-IN" sz="1050" dirty="0"/>
              <a:t>(</a:t>
            </a:r>
            <a:r>
              <a:rPr lang="en-IN" sz="1050" dirty="0" err="1"/>
              <a:t>X_test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 err="1"/>
              <a:t>mae</a:t>
            </a:r>
            <a:r>
              <a:rPr lang="en-IN" sz="1050" dirty="0"/>
              <a:t> = </a:t>
            </a:r>
            <a:r>
              <a:rPr lang="en-IN" sz="1050" dirty="0" err="1"/>
              <a:t>mean_absolute_error</a:t>
            </a:r>
            <a:r>
              <a:rPr lang="en-IN" sz="1050" dirty="0"/>
              <a:t>(</a:t>
            </a:r>
            <a:r>
              <a:rPr lang="en-IN" sz="1050" dirty="0" err="1"/>
              <a:t>y_test</a:t>
            </a:r>
            <a:r>
              <a:rPr lang="en-IN" sz="1050" dirty="0"/>
              <a:t>, </a:t>
            </a:r>
            <a:r>
              <a:rPr lang="en-IN" sz="1050" dirty="0" err="1"/>
              <a:t>y_pred</a:t>
            </a:r>
            <a:r>
              <a:rPr lang="en-IN" sz="1050" dirty="0"/>
              <a:t>)</a:t>
            </a:r>
          </a:p>
          <a:p>
            <a:r>
              <a:rPr lang="en-IN" sz="1050" dirty="0"/>
              <a:t>r2 = r2_score(</a:t>
            </a:r>
            <a:r>
              <a:rPr lang="en-IN" sz="1050" dirty="0" err="1"/>
              <a:t>y_test</a:t>
            </a:r>
            <a:r>
              <a:rPr lang="en-IN" sz="1050" dirty="0"/>
              <a:t>, </a:t>
            </a:r>
            <a:r>
              <a:rPr lang="en-IN" sz="1050" dirty="0" err="1"/>
              <a:t>y_pred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/>
              <a:t>print("Model Trained Successfully!")</a:t>
            </a:r>
          </a:p>
          <a:p>
            <a:r>
              <a:rPr lang="en-IN" sz="1050" dirty="0"/>
              <a:t>print(</a:t>
            </a:r>
            <a:r>
              <a:rPr lang="en-IN" sz="1050" dirty="0" err="1"/>
              <a:t>f"MAE</a:t>
            </a:r>
            <a:r>
              <a:rPr lang="en-IN" sz="1050" dirty="0"/>
              <a:t>: {mae:.4f}")</a:t>
            </a:r>
          </a:p>
          <a:p>
            <a:r>
              <a:rPr lang="en-IN" sz="1050" dirty="0"/>
              <a:t>print(f"R² Score: {r2:.4f}")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os.makedirs</a:t>
            </a:r>
            <a:r>
              <a:rPr lang="en-IN" sz="1050" dirty="0"/>
              <a:t>(MODEL_DIR, </a:t>
            </a:r>
            <a:r>
              <a:rPr lang="en-IN" sz="1050" dirty="0" err="1"/>
              <a:t>exist_ok</a:t>
            </a:r>
            <a:r>
              <a:rPr lang="en-IN" sz="1050" dirty="0"/>
              <a:t>=True)</a:t>
            </a:r>
          </a:p>
          <a:p>
            <a:r>
              <a:rPr lang="en-IN" sz="1050" dirty="0" err="1"/>
              <a:t>joblib.dump</a:t>
            </a:r>
            <a:r>
              <a:rPr lang="en-IN" sz="1050" dirty="0"/>
              <a:t>(model, MODEL_PATH)</a:t>
            </a:r>
          </a:p>
          <a:p>
            <a:br>
              <a:rPr lang="en-IN" sz="1050" dirty="0"/>
            </a:br>
            <a:r>
              <a:rPr lang="en-IN" sz="1050" dirty="0"/>
              <a:t>print(</a:t>
            </a:r>
            <a:r>
              <a:rPr lang="en-IN" sz="1050" dirty="0" err="1"/>
              <a:t>f"Model</a:t>
            </a:r>
            <a:r>
              <a:rPr lang="en-IN" sz="1050" dirty="0"/>
              <a:t> saved at: {MODEL_PATH}")</a:t>
            </a:r>
          </a:p>
          <a:p>
            <a:br>
              <a:rPr lang="en-IN" dirty="0"/>
            </a:br>
            <a:endParaRPr lang="en-IN" dirty="0"/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05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IN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02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18C6-C787-4AAF-BE6F-F80C4B7A952E}"/>
              </a:ext>
            </a:extLst>
          </p:cNvPr>
          <p:cNvSpPr/>
          <p:nvPr/>
        </p:nvSpPr>
        <p:spPr>
          <a:xfrm>
            <a:off x="200025" y="95250"/>
            <a:ext cx="8943975" cy="6323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dirty="0"/>
              <a:t>X = df[FEATURES]</a:t>
            </a:r>
          </a:p>
          <a:p>
            <a:r>
              <a:rPr lang="en-IN" sz="1050" dirty="0"/>
              <a:t>y = df[TARGET]</a:t>
            </a:r>
          </a:p>
          <a:p>
            <a:br>
              <a:rPr lang="en-IN" sz="1050" dirty="0"/>
            </a:br>
            <a:r>
              <a:rPr lang="en-IN" sz="1050" dirty="0"/>
              <a:t>print(</a:t>
            </a:r>
            <a:r>
              <a:rPr lang="en-IN" sz="1050" dirty="0" err="1"/>
              <a:t>f"Features</a:t>
            </a:r>
            <a:r>
              <a:rPr lang="en-IN" sz="1050" dirty="0"/>
              <a:t> used: {</a:t>
            </a:r>
            <a:r>
              <a:rPr lang="en-IN" sz="1050" dirty="0" err="1"/>
              <a:t>len</a:t>
            </a:r>
            <a:r>
              <a:rPr lang="en-IN" sz="1050" dirty="0"/>
              <a:t>(FEATURES)}, Rows: {</a:t>
            </a:r>
            <a:r>
              <a:rPr lang="en-IN" sz="1050" dirty="0" err="1"/>
              <a:t>len</a:t>
            </a:r>
            <a:r>
              <a:rPr lang="en-IN" sz="1050" dirty="0"/>
              <a:t>(df)}")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X_train</a:t>
            </a:r>
            <a:r>
              <a:rPr lang="en-IN" sz="1050" dirty="0"/>
              <a:t>, </a:t>
            </a:r>
            <a:r>
              <a:rPr lang="en-IN" sz="1050" dirty="0" err="1"/>
              <a:t>X_test</a:t>
            </a:r>
            <a:r>
              <a:rPr lang="en-IN" sz="1050" dirty="0"/>
              <a:t>, </a:t>
            </a:r>
            <a:r>
              <a:rPr lang="en-IN" sz="1050" dirty="0" err="1"/>
              <a:t>y_train</a:t>
            </a:r>
            <a:r>
              <a:rPr lang="en-IN" sz="1050" dirty="0"/>
              <a:t>, </a:t>
            </a:r>
            <a:r>
              <a:rPr lang="en-IN" sz="1050" dirty="0" err="1"/>
              <a:t>y_test</a:t>
            </a:r>
            <a:r>
              <a:rPr lang="en-IN" sz="1050" dirty="0"/>
              <a:t> = </a:t>
            </a:r>
            <a:r>
              <a:rPr lang="en-IN" sz="1050" dirty="0" err="1"/>
              <a:t>train_test_split</a:t>
            </a:r>
            <a:r>
              <a:rPr lang="en-IN" sz="1050" dirty="0"/>
              <a:t>(</a:t>
            </a:r>
          </a:p>
          <a:p>
            <a:r>
              <a:rPr lang="en-IN" sz="1050" dirty="0"/>
              <a:t>    X, y, </a:t>
            </a:r>
            <a:r>
              <a:rPr lang="en-IN" sz="1050" dirty="0" err="1"/>
              <a:t>test_size</a:t>
            </a:r>
            <a:r>
              <a:rPr lang="en-IN" sz="1050" dirty="0"/>
              <a:t>=0.2, </a:t>
            </a:r>
            <a:r>
              <a:rPr lang="en-IN" sz="1050" dirty="0" err="1"/>
              <a:t>random_state</a:t>
            </a:r>
            <a:r>
              <a:rPr lang="en-IN" sz="1050" dirty="0"/>
              <a:t>=42</a:t>
            </a:r>
          </a:p>
          <a:p>
            <a:r>
              <a:rPr lang="en-IN" sz="1050" dirty="0"/>
              <a:t>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model = </a:t>
            </a:r>
            <a:r>
              <a:rPr lang="en-IN" sz="1050" dirty="0" err="1"/>
              <a:t>RandomForestRegressor</a:t>
            </a:r>
            <a:r>
              <a:rPr lang="en-IN" sz="1050" dirty="0"/>
              <a:t>(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n_estimators</a:t>
            </a:r>
            <a:r>
              <a:rPr lang="en-IN" sz="1050" dirty="0"/>
              <a:t>=100,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random_state</a:t>
            </a:r>
            <a:r>
              <a:rPr lang="en-IN" sz="1050" dirty="0"/>
              <a:t>=42</a:t>
            </a:r>
          </a:p>
          <a:p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 err="1"/>
              <a:t>model.fit</a:t>
            </a:r>
            <a:r>
              <a:rPr lang="en-IN" sz="1050" dirty="0"/>
              <a:t>(</a:t>
            </a:r>
            <a:r>
              <a:rPr lang="en-IN" sz="1050" dirty="0" err="1"/>
              <a:t>X_train</a:t>
            </a:r>
            <a:r>
              <a:rPr lang="en-IN" sz="1050" dirty="0"/>
              <a:t>, </a:t>
            </a:r>
            <a:r>
              <a:rPr lang="en-IN" sz="1050" dirty="0" err="1"/>
              <a:t>y_train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y_pred</a:t>
            </a:r>
            <a:r>
              <a:rPr lang="en-IN" sz="1050" dirty="0"/>
              <a:t> = </a:t>
            </a:r>
            <a:r>
              <a:rPr lang="en-IN" sz="1050" dirty="0" err="1"/>
              <a:t>model.predict</a:t>
            </a:r>
            <a:r>
              <a:rPr lang="en-IN" sz="1050" dirty="0"/>
              <a:t>(</a:t>
            </a:r>
            <a:r>
              <a:rPr lang="en-IN" sz="1050" dirty="0" err="1"/>
              <a:t>X_test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 err="1"/>
              <a:t>mae</a:t>
            </a:r>
            <a:r>
              <a:rPr lang="en-IN" sz="1050" dirty="0"/>
              <a:t> = </a:t>
            </a:r>
            <a:r>
              <a:rPr lang="en-IN" sz="1050" dirty="0" err="1"/>
              <a:t>mean_absolute_error</a:t>
            </a:r>
            <a:r>
              <a:rPr lang="en-IN" sz="1050" dirty="0"/>
              <a:t>(</a:t>
            </a:r>
            <a:r>
              <a:rPr lang="en-IN" sz="1050" dirty="0" err="1"/>
              <a:t>y_test</a:t>
            </a:r>
            <a:r>
              <a:rPr lang="en-IN" sz="1050" dirty="0"/>
              <a:t>, </a:t>
            </a:r>
            <a:r>
              <a:rPr lang="en-IN" sz="1050" dirty="0" err="1"/>
              <a:t>y_pred</a:t>
            </a:r>
            <a:r>
              <a:rPr lang="en-IN" sz="1050" dirty="0"/>
              <a:t>)</a:t>
            </a:r>
          </a:p>
          <a:p>
            <a:r>
              <a:rPr lang="en-IN" sz="1050" dirty="0"/>
              <a:t>r2 = r2_score(</a:t>
            </a:r>
            <a:r>
              <a:rPr lang="en-IN" sz="1050" dirty="0" err="1"/>
              <a:t>y_test</a:t>
            </a:r>
            <a:r>
              <a:rPr lang="en-IN" sz="1050" dirty="0"/>
              <a:t>, </a:t>
            </a:r>
            <a:r>
              <a:rPr lang="en-IN" sz="1050" dirty="0" err="1"/>
              <a:t>y_pred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/>
              <a:t>print("Model Trained Successfully!")</a:t>
            </a:r>
          </a:p>
          <a:p>
            <a:r>
              <a:rPr lang="en-IN" sz="1050" dirty="0"/>
              <a:t>print(</a:t>
            </a:r>
            <a:r>
              <a:rPr lang="en-IN" sz="1050" dirty="0" err="1"/>
              <a:t>f"MAE</a:t>
            </a:r>
            <a:r>
              <a:rPr lang="en-IN" sz="1050" dirty="0"/>
              <a:t>: {mae:.4f}")</a:t>
            </a:r>
          </a:p>
          <a:p>
            <a:r>
              <a:rPr lang="en-IN" sz="1050" dirty="0"/>
              <a:t>print(f"R² Score: {r2:.4f}")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os.makedirs</a:t>
            </a:r>
            <a:r>
              <a:rPr lang="en-IN" sz="1050" dirty="0"/>
              <a:t>(MODEL_DIR, </a:t>
            </a:r>
            <a:r>
              <a:rPr lang="en-IN" sz="1050" dirty="0" err="1"/>
              <a:t>exist_ok</a:t>
            </a:r>
            <a:r>
              <a:rPr lang="en-IN" sz="1050" dirty="0"/>
              <a:t>=True)</a:t>
            </a:r>
          </a:p>
          <a:p>
            <a:r>
              <a:rPr lang="en-IN" sz="1050" dirty="0" err="1"/>
              <a:t>joblib.dump</a:t>
            </a:r>
            <a:r>
              <a:rPr lang="en-IN" sz="1050" dirty="0"/>
              <a:t>(model, MODEL_PATH)</a:t>
            </a:r>
          </a:p>
          <a:p>
            <a:br>
              <a:rPr lang="en-IN" sz="1050" dirty="0"/>
            </a:br>
            <a:r>
              <a:rPr lang="en-IN" sz="1050" dirty="0"/>
              <a:t>print(</a:t>
            </a:r>
            <a:r>
              <a:rPr lang="en-IN" sz="1050" dirty="0" err="1"/>
              <a:t>f"Model</a:t>
            </a:r>
            <a:r>
              <a:rPr lang="en-IN" sz="1050" dirty="0"/>
              <a:t> saved at: {MODEL_PATH}")</a:t>
            </a:r>
          </a:p>
          <a:p>
            <a:br>
              <a:rPr lang="en-IN" sz="1050" dirty="0"/>
            </a:br>
            <a:endParaRPr lang="en-IN" sz="1050" dirty="0"/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05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IN" sz="105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B2DEB-F877-44B9-B9C4-FE37B1A93392}"/>
              </a:ext>
            </a:extLst>
          </p:cNvPr>
          <p:cNvSpPr/>
          <p:nvPr/>
        </p:nvSpPr>
        <p:spPr>
          <a:xfrm>
            <a:off x="3905249" y="2447924"/>
            <a:ext cx="6391275" cy="2820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python model_training.py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 Efficiency Model Training Started...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Features used: 9, Rows: 5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Trained Successfully!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MAE: 0.2701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R² Score: 0.8163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saved as D:/models\fuel_efficiency_model.pkl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0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269D5-1205-466B-9E46-0E29B3E09005}"/>
              </a:ext>
            </a:extLst>
          </p:cNvPr>
          <p:cNvSpPr/>
          <p:nvPr/>
        </p:nvSpPr>
        <p:spPr>
          <a:xfrm>
            <a:off x="228600" y="323850"/>
            <a:ext cx="8782050" cy="639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05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dashboard.py</a:t>
            </a:r>
          </a:p>
          <a:p>
            <a:r>
              <a:rPr lang="en-IN" sz="1050" dirty="0"/>
              <a:t>import </a:t>
            </a:r>
            <a:r>
              <a:rPr lang="en-IN" sz="1050" dirty="0" err="1"/>
              <a:t>streamlit</a:t>
            </a:r>
            <a:r>
              <a:rPr lang="en-IN" sz="1050" dirty="0"/>
              <a:t> as </a:t>
            </a:r>
            <a:r>
              <a:rPr lang="en-IN" sz="1050" dirty="0" err="1"/>
              <a:t>st</a:t>
            </a:r>
            <a:endParaRPr lang="en-IN" sz="1050" dirty="0"/>
          </a:p>
          <a:p>
            <a:r>
              <a:rPr lang="en-IN" sz="1050" dirty="0"/>
              <a:t>import pandas as pd</a:t>
            </a:r>
          </a:p>
          <a:p>
            <a:r>
              <a:rPr lang="en-IN" sz="1050" dirty="0"/>
              <a:t>import </a:t>
            </a:r>
            <a:r>
              <a:rPr lang="en-IN" sz="1050" dirty="0" err="1"/>
              <a:t>matplotlib.pyplot</a:t>
            </a:r>
            <a:r>
              <a:rPr lang="en-IN" sz="1050" dirty="0"/>
              <a:t> as </a:t>
            </a:r>
            <a:r>
              <a:rPr lang="en-IN" sz="1050" dirty="0" err="1"/>
              <a:t>plt</a:t>
            </a:r>
            <a:endParaRPr lang="en-IN" sz="1050" dirty="0"/>
          </a:p>
          <a:p>
            <a:r>
              <a:rPr lang="en-IN" sz="1050" dirty="0"/>
              <a:t>import seaborn as </a:t>
            </a:r>
            <a:r>
              <a:rPr lang="en-IN" sz="1050" dirty="0" err="1"/>
              <a:t>sns</a:t>
            </a:r>
            <a:endParaRPr lang="en-IN" sz="1050" dirty="0"/>
          </a:p>
          <a:p>
            <a:r>
              <a:rPr lang="en-IN" sz="1050" dirty="0"/>
              <a:t>import </a:t>
            </a:r>
            <a:r>
              <a:rPr lang="en-IN" sz="1050" dirty="0" err="1"/>
              <a:t>joblib</a:t>
            </a:r>
            <a:endParaRPr lang="en-IN" sz="1050" dirty="0"/>
          </a:p>
          <a:p>
            <a:r>
              <a:rPr lang="en-IN" sz="1050" dirty="0"/>
              <a:t>import </a:t>
            </a:r>
            <a:r>
              <a:rPr lang="en-IN" sz="1050" dirty="0" err="1"/>
              <a:t>os</a:t>
            </a:r>
            <a:endParaRPr lang="en-IN" sz="1050" dirty="0"/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st.set_page_config</a:t>
            </a:r>
            <a:r>
              <a:rPr lang="en-IN" sz="1050" dirty="0"/>
              <a:t>(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page_title</a:t>
            </a:r>
            <a:r>
              <a:rPr lang="en-IN" sz="1050" dirty="0"/>
              <a:t>="Transportation Analytics Dashboard",</a:t>
            </a:r>
          </a:p>
          <a:p>
            <a:r>
              <a:rPr lang="en-IN" sz="1050" dirty="0"/>
              <a:t>    layout="wide"</a:t>
            </a:r>
          </a:p>
          <a:p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 err="1"/>
              <a:t>st.title</a:t>
            </a:r>
            <a:r>
              <a:rPr lang="en-IN" sz="1050" dirty="0"/>
              <a:t>(" Transportation Analytics Dashboard")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BASE_DIR = </a:t>
            </a:r>
            <a:r>
              <a:rPr lang="en-IN" sz="1050" dirty="0" err="1"/>
              <a:t>os.path.dirname</a:t>
            </a:r>
            <a:r>
              <a:rPr lang="en-IN" sz="1050" dirty="0"/>
              <a:t>(</a:t>
            </a:r>
            <a:r>
              <a:rPr lang="en-IN" sz="1050" dirty="0" err="1"/>
              <a:t>os.path.abspath</a:t>
            </a:r>
            <a:r>
              <a:rPr lang="en-IN" sz="1050" dirty="0"/>
              <a:t>(__file__))</a:t>
            </a:r>
          </a:p>
          <a:p>
            <a:br>
              <a:rPr lang="en-IN" sz="1050" dirty="0"/>
            </a:br>
            <a:r>
              <a:rPr lang="en-IN" sz="1050" dirty="0"/>
              <a:t>DATA_PATH = </a:t>
            </a:r>
            <a:r>
              <a:rPr lang="en-IN" sz="1050" dirty="0" err="1"/>
              <a:t>os.path.join</a:t>
            </a:r>
            <a:r>
              <a:rPr lang="en-IN" sz="1050" dirty="0"/>
              <a:t>(BASE_DIR, "data", "cleaned", "master_analytics.csv")</a:t>
            </a:r>
          </a:p>
          <a:p>
            <a:r>
              <a:rPr lang="en-IN" sz="1050" dirty="0"/>
              <a:t>MODEL_PATH = </a:t>
            </a:r>
            <a:r>
              <a:rPr lang="en-IN" sz="1050" dirty="0" err="1"/>
              <a:t>os.path.join</a:t>
            </a:r>
            <a:r>
              <a:rPr lang="en-IN" sz="1050" dirty="0"/>
              <a:t>(BASE_DIR, "models", "</a:t>
            </a:r>
            <a:r>
              <a:rPr lang="en-IN" sz="1050" dirty="0" err="1"/>
              <a:t>fuel_efficiency_model.pkl</a:t>
            </a:r>
            <a:r>
              <a:rPr lang="en-IN" sz="1050" dirty="0"/>
              <a:t>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if not </a:t>
            </a:r>
            <a:r>
              <a:rPr lang="en-IN" sz="1050" dirty="0" err="1"/>
              <a:t>os.path.exists</a:t>
            </a:r>
            <a:r>
              <a:rPr lang="en-IN" sz="1050" dirty="0"/>
              <a:t>(DATA_PATH):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st.error</a:t>
            </a:r>
            <a:r>
              <a:rPr lang="en-IN" sz="1050" dirty="0"/>
              <a:t>(" master_analytics.csv not found in data/cleaned/")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st.stop</a:t>
            </a:r>
            <a:r>
              <a:rPr lang="en-IN" sz="1050" dirty="0"/>
              <a:t>()</a:t>
            </a:r>
          </a:p>
          <a:p>
            <a:br>
              <a:rPr lang="en-IN" sz="1050" dirty="0"/>
            </a:br>
            <a:r>
              <a:rPr lang="en-IN" sz="1050" dirty="0"/>
              <a:t>df = </a:t>
            </a:r>
            <a:r>
              <a:rPr lang="en-IN" sz="1050" dirty="0" err="1"/>
              <a:t>pd.read_csv</a:t>
            </a:r>
            <a:r>
              <a:rPr lang="en-IN" sz="1050" dirty="0"/>
              <a:t>(DATA_PATH)</a:t>
            </a:r>
          </a:p>
          <a:p>
            <a:r>
              <a:rPr lang="en-IN" sz="1050" dirty="0" err="1"/>
              <a:t>st.success</a:t>
            </a:r>
            <a:r>
              <a:rPr lang="en-IN" sz="1050" dirty="0"/>
              <a:t>(" Dataset loaded successfully")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/>
              <a:t>if not </a:t>
            </a:r>
            <a:r>
              <a:rPr lang="en-IN" sz="1050" dirty="0" err="1"/>
              <a:t>os.path.exists</a:t>
            </a:r>
            <a:r>
              <a:rPr lang="en-IN" sz="1050" dirty="0"/>
              <a:t>(MODEL_PATH):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st.error</a:t>
            </a:r>
            <a:r>
              <a:rPr lang="en-IN" sz="1050" dirty="0"/>
              <a:t>(" Model file not found. Run model_training.py")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st.stop</a:t>
            </a:r>
            <a:r>
              <a:rPr lang="en-IN" sz="1050" dirty="0"/>
              <a:t>()</a:t>
            </a:r>
          </a:p>
          <a:p>
            <a:br>
              <a:rPr lang="en-IN" sz="1050" dirty="0"/>
            </a:br>
            <a:br>
              <a:rPr lang="en-IN" sz="1050" dirty="0"/>
            </a:br>
            <a:endParaRPr lang="en-IN" sz="105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050" b="1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2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A94694-D1B0-45D1-808C-13DD5EB10BEB}"/>
              </a:ext>
            </a:extLst>
          </p:cNvPr>
          <p:cNvSpPr/>
          <p:nvPr/>
        </p:nvSpPr>
        <p:spPr>
          <a:xfrm>
            <a:off x="123825" y="133349"/>
            <a:ext cx="9020175" cy="10110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dirty="0"/>
              <a:t>try:</a:t>
            </a:r>
          </a:p>
          <a:p>
            <a:r>
              <a:rPr lang="en-IN" sz="1050" dirty="0"/>
              <a:t>    model = </a:t>
            </a:r>
            <a:r>
              <a:rPr lang="en-IN" sz="1050" dirty="0" err="1"/>
              <a:t>joblib.load</a:t>
            </a:r>
            <a:r>
              <a:rPr lang="en-IN" sz="1050" dirty="0"/>
              <a:t>(MODEL_PATH)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st.success</a:t>
            </a:r>
            <a:r>
              <a:rPr lang="en-IN" sz="1050" dirty="0"/>
              <a:t>(" ML Model loaded successfully")</a:t>
            </a:r>
          </a:p>
          <a:p>
            <a:r>
              <a:rPr lang="en-IN" sz="1050" dirty="0"/>
              <a:t>except Exception as e: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st.error</a:t>
            </a:r>
            <a:r>
              <a:rPr lang="en-IN" sz="1050" dirty="0"/>
              <a:t>(" Model file corrupted. Re-run model_training.py")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st.stop</a:t>
            </a:r>
            <a:r>
              <a:rPr lang="en-IN" sz="1050" dirty="0"/>
              <a:t>()                                                                                                                          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st.subheader</a:t>
            </a:r>
            <a:r>
              <a:rPr lang="en-IN" sz="1050" dirty="0"/>
              <a:t>(" Dataset Overview")</a:t>
            </a:r>
          </a:p>
          <a:p>
            <a:r>
              <a:rPr lang="en-IN" sz="1050" dirty="0" err="1"/>
              <a:t>st.dataframe</a:t>
            </a:r>
            <a:r>
              <a:rPr lang="en-IN" sz="1050" dirty="0"/>
              <a:t>(</a:t>
            </a:r>
            <a:r>
              <a:rPr lang="en-IN" sz="1050" dirty="0" err="1"/>
              <a:t>df.head</a:t>
            </a:r>
            <a:r>
              <a:rPr lang="en-IN" sz="1050" dirty="0"/>
              <a:t>())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st.subheader</a:t>
            </a:r>
            <a:r>
              <a:rPr lang="en-IN" sz="1050" dirty="0"/>
              <a:t>(" Fuel Efficiency per Vehicle")</a:t>
            </a:r>
          </a:p>
          <a:p>
            <a:br>
              <a:rPr lang="en-IN" sz="1050" dirty="0"/>
            </a:br>
            <a:r>
              <a:rPr lang="en-IN" sz="1050" dirty="0"/>
              <a:t>fig1, ax1 = </a:t>
            </a:r>
            <a:r>
              <a:rPr lang="en-IN" sz="1050" dirty="0" err="1"/>
              <a:t>plt.subplots</a:t>
            </a:r>
            <a:r>
              <a:rPr lang="en-IN" sz="1050" dirty="0"/>
              <a:t>(</a:t>
            </a:r>
            <a:r>
              <a:rPr lang="en-IN" sz="1050" dirty="0" err="1"/>
              <a:t>figsize</a:t>
            </a:r>
            <a:r>
              <a:rPr lang="en-IN" sz="1050" dirty="0"/>
              <a:t>=(8, 4))</a:t>
            </a:r>
          </a:p>
          <a:p>
            <a:r>
              <a:rPr lang="en-IN" sz="1050" dirty="0" err="1"/>
              <a:t>sns.barplot</a:t>
            </a:r>
            <a:r>
              <a:rPr lang="en-IN" sz="1050" dirty="0"/>
              <a:t>(</a:t>
            </a:r>
          </a:p>
          <a:p>
            <a:r>
              <a:rPr lang="en-IN" sz="1050" dirty="0"/>
              <a:t>    x="</a:t>
            </a:r>
            <a:r>
              <a:rPr lang="en-IN" sz="1050" dirty="0" err="1"/>
              <a:t>Vehicle_ID</a:t>
            </a:r>
            <a:r>
              <a:rPr lang="en-IN" sz="1050" dirty="0"/>
              <a:t>",</a:t>
            </a:r>
          </a:p>
          <a:p>
            <a:r>
              <a:rPr lang="en-IN" sz="1050" dirty="0"/>
              <a:t>    y="</a:t>
            </a:r>
            <a:r>
              <a:rPr lang="en-IN" sz="1050" dirty="0" err="1"/>
              <a:t>Fuel_Efficiency_km_per_L</a:t>
            </a:r>
            <a:r>
              <a:rPr lang="en-IN" sz="1050" dirty="0"/>
              <a:t>",</a:t>
            </a:r>
          </a:p>
          <a:p>
            <a:r>
              <a:rPr lang="en-IN" sz="1050" dirty="0"/>
              <a:t>    data=df,</a:t>
            </a:r>
          </a:p>
          <a:p>
            <a:r>
              <a:rPr lang="en-IN" sz="1050" dirty="0"/>
              <a:t>    </a:t>
            </a:r>
            <a:r>
              <a:rPr lang="en-IN" sz="1050" dirty="0" err="1"/>
              <a:t>ax</a:t>
            </a:r>
            <a:r>
              <a:rPr lang="en-IN" sz="1050" dirty="0"/>
              <a:t>=ax1</a:t>
            </a:r>
          </a:p>
          <a:p>
            <a:r>
              <a:rPr lang="en-IN" sz="1050" dirty="0"/>
              <a:t>)</a:t>
            </a:r>
          </a:p>
          <a:p>
            <a:r>
              <a:rPr lang="en-IN" sz="1050" dirty="0"/>
              <a:t>ax1.set_title("Fuel Efficiency per Vehicle")</a:t>
            </a:r>
          </a:p>
          <a:p>
            <a:r>
              <a:rPr lang="en-IN" sz="1050" dirty="0"/>
              <a:t>ax1.tick_params(axis='x', rotation=45)</a:t>
            </a:r>
          </a:p>
          <a:p>
            <a:r>
              <a:rPr lang="en-IN" sz="1050" dirty="0" err="1"/>
              <a:t>st.pyplot</a:t>
            </a:r>
            <a:r>
              <a:rPr lang="en-IN" sz="1050" dirty="0"/>
              <a:t>(fig1)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st.subheader</a:t>
            </a:r>
            <a:r>
              <a:rPr lang="en-IN" sz="1050" dirty="0"/>
              <a:t>(" Delivery Delay Distribution")</a:t>
            </a:r>
          </a:p>
          <a:p>
            <a:br>
              <a:rPr lang="en-IN" sz="1050" dirty="0"/>
            </a:br>
            <a:r>
              <a:rPr lang="en-IN" sz="1050" dirty="0"/>
              <a:t>fig2, ax2 = </a:t>
            </a:r>
            <a:r>
              <a:rPr lang="en-IN" sz="1050" dirty="0" err="1"/>
              <a:t>plt.subplots</a:t>
            </a:r>
            <a:r>
              <a:rPr lang="en-IN" sz="1050" dirty="0"/>
              <a:t>(</a:t>
            </a:r>
            <a:r>
              <a:rPr lang="en-IN" sz="1050" dirty="0" err="1"/>
              <a:t>figsize</a:t>
            </a:r>
            <a:r>
              <a:rPr lang="en-IN" sz="1050" dirty="0"/>
              <a:t>=(8, 4))</a:t>
            </a:r>
          </a:p>
          <a:p>
            <a:r>
              <a:rPr lang="en-IN" sz="1050" dirty="0" err="1"/>
              <a:t>sns.histplot</a:t>
            </a:r>
            <a:r>
              <a:rPr lang="en-IN" sz="1050" dirty="0"/>
              <a:t>(df["</a:t>
            </a:r>
            <a:r>
              <a:rPr lang="en-IN" sz="1050" dirty="0" err="1"/>
              <a:t>Delay_Minutes</a:t>
            </a:r>
            <a:r>
              <a:rPr lang="en-IN" sz="1050" dirty="0"/>
              <a:t>"], bins=10, </a:t>
            </a:r>
            <a:r>
              <a:rPr lang="en-IN" sz="1050" dirty="0" err="1"/>
              <a:t>kde</a:t>
            </a:r>
            <a:r>
              <a:rPr lang="en-IN" sz="1050" dirty="0"/>
              <a:t>=True, </a:t>
            </a:r>
            <a:r>
              <a:rPr lang="en-IN" sz="1050" dirty="0" err="1"/>
              <a:t>ax</a:t>
            </a:r>
            <a:r>
              <a:rPr lang="en-IN" sz="1050" dirty="0"/>
              <a:t>=ax2)</a:t>
            </a:r>
          </a:p>
          <a:p>
            <a:r>
              <a:rPr lang="en-IN" sz="1050" dirty="0"/>
              <a:t>ax2.set_title("Delivery Delay Distribution")</a:t>
            </a:r>
          </a:p>
          <a:p>
            <a:r>
              <a:rPr lang="en-IN" sz="1050" dirty="0" err="1"/>
              <a:t>st.pyplot</a:t>
            </a:r>
            <a:r>
              <a:rPr lang="en-IN" sz="1050" dirty="0"/>
              <a:t>(fig2)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st.subheader</a:t>
            </a:r>
            <a:r>
              <a:rPr lang="en-IN" sz="1050" dirty="0"/>
              <a:t>(" Correlation Heatmap")</a:t>
            </a:r>
          </a:p>
          <a:p>
            <a:br>
              <a:rPr lang="en-IN" sz="1050" dirty="0"/>
            </a:br>
            <a:r>
              <a:rPr lang="en-IN" sz="1050" dirty="0" err="1"/>
              <a:t>numeric_df</a:t>
            </a:r>
            <a:r>
              <a:rPr lang="en-IN" sz="1050" dirty="0"/>
              <a:t> = </a:t>
            </a:r>
            <a:r>
              <a:rPr lang="en-IN" sz="1050" dirty="0" err="1"/>
              <a:t>df.select_dtypes</a:t>
            </a:r>
            <a:r>
              <a:rPr lang="en-IN" sz="1050" dirty="0"/>
              <a:t>(include=["int64", "float64"])</a:t>
            </a:r>
          </a:p>
          <a:p>
            <a:r>
              <a:rPr lang="en-IN" sz="1050" dirty="0"/>
              <a:t>fig3, ax3 = </a:t>
            </a:r>
            <a:r>
              <a:rPr lang="en-IN" sz="1050" dirty="0" err="1"/>
              <a:t>plt.subplots</a:t>
            </a:r>
            <a:r>
              <a:rPr lang="en-IN" sz="1050" dirty="0"/>
              <a:t>(</a:t>
            </a:r>
            <a:r>
              <a:rPr lang="en-IN" sz="1050" dirty="0" err="1"/>
              <a:t>figsize</a:t>
            </a:r>
            <a:r>
              <a:rPr lang="en-IN" sz="1050" dirty="0"/>
              <a:t>=(8, 5))</a:t>
            </a:r>
          </a:p>
          <a:p>
            <a:r>
              <a:rPr lang="en-IN" sz="1050" dirty="0" err="1"/>
              <a:t>sns.heatmap</a:t>
            </a:r>
            <a:r>
              <a:rPr lang="en-IN" sz="1050" dirty="0"/>
              <a:t>(</a:t>
            </a:r>
            <a:r>
              <a:rPr lang="en-IN" sz="1050" dirty="0" err="1"/>
              <a:t>numeric_df.corr</a:t>
            </a:r>
            <a:r>
              <a:rPr lang="en-IN" sz="1050" dirty="0"/>
              <a:t>(), </a:t>
            </a:r>
            <a:r>
              <a:rPr lang="en-IN" sz="1050" dirty="0" err="1"/>
              <a:t>annot</a:t>
            </a:r>
            <a:r>
              <a:rPr lang="en-IN" sz="1050" dirty="0"/>
              <a:t>=True, </a:t>
            </a:r>
            <a:r>
              <a:rPr lang="en-IN" sz="1050" dirty="0" err="1"/>
              <a:t>cmap</a:t>
            </a:r>
            <a:r>
              <a:rPr lang="en-IN" sz="1050" dirty="0"/>
              <a:t>="</a:t>
            </a:r>
            <a:r>
              <a:rPr lang="en-IN" sz="1050" dirty="0" err="1"/>
              <a:t>coolwarm</a:t>
            </a:r>
            <a:r>
              <a:rPr lang="en-IN" sz="1050" dirty="0"/>
              <a:t>", </a:t>
            </a:r>
            <a:r>
              <a:rPr lang="en-IN" sz="1050" dirty="0" err="1"/>
              <a:t>ax</a:t>
            </a:r>
            <a:r>
              <a:rPr lang="en-IN" sz="1050" dirty="0"/>
              <a:t>=ax3)</a:t>
            </a:r>
          </a:p>
          <a:p>
            <a:r>
              <a:rPr lang="en-IN" sz="1050" dirty="0"/>
              <a:t>ax3.set_title("Correlation Heatmap")</a:t>
            </a:r>
          </a:p>
          <a:p>
            <a:r>
              <a:rPr lang="en-IN" sz="1050" dirty="0" err="1"/>
              <a:t>st.pyplot</a:t>
            </a:r>
            <a:r>
              <a:rPr lang="en-IN" sz="1050" dirty="0"/>
              <a:t>(fig3)</a:t>
            </a:r>
          </a:p>
          <a:p>
            <a:br>
              <a:rPr lang="en-IN" sz="1050" dirty="0"/>
            </a:br>
            <a:br>
              <a:rPr lang="en-IN" sz="1050" dirty="0"/>
            </a:br>
            <a:r>
              <a:rPr lang="en-IN" sz="1050" dirty="0" err="1"/>
              <a:t>st.subheader</a:t>
            </a:r>
            <a:r>
              <a:rPr lang="en-IN" sz="1050" dirty="0"/>
              <a:t>(" Predict Fuel Efficiency")</a:t>
            </a:r>
          </a:p>
          <a:p>
            <a:br>
              <a:rPr lang="en-IN" sz="1050" dirty="0"/>
            </a:br>
            <a:r>
              <a:rPr lang="en-IN" sz="1050" dirty="0"/>
              <a:t>distance = </a:t>
            </a:r>
            <a:r>
              <a:rPr lang="en-IN" sz="1050" dirty="0" err="1"/>
              <a:t>st.number_input</a:t>
            </a:r>
            <a:r>
              <a:rPr lang="en-IN" sz="1050" dirty="0"/>
              <a:t>("Distance Travelled (km)", </a:t>
            </a:r>
            <a:r>
              <a:rPr lang="en-IN" sz="1050" dirty="0" err="1"/>
              <a:t>min_value</a:t>
            </a:r>
            <a:r>
              <a:rPr lang="en-IN" sz="1050" dirty="0"/>
              <a:t>=1.0)</a:t>
            </a:r>
          </a:p>
          <a:p>
            <a:r>
              <a:rPr lang="en-IN" sz="1050" dirty="0" err="1"/>
              <a:t>fuel_used</a:t>
            </a:r>
            <a:r>
              <a:rPr lang="en-IN" sz="1050" dirty="0"/>
              <a:t> = </a:t>
            </a:r>
            <a:r>
              <a:rPr lang="en-IN" sz="1050" dirty="0" err="1"/>
              <a:t>st.number_input</a:t>
            </a:r>
            <a:r>
              <a:rPr lang="en-IN" sz="1050" dirty="0"/>
              <a:t>("Fuel Used (litres)", </a:t>
            </a:r>
            <a:r>
              <a:rPr lang="en-IN" sz="1050" dirty="0" err="1"/>
              <a:t>min_value</a:t>
            </a:r>
            <a:r>
              <a:rPr lang="en-IN" sz="1050" dirty="0"/>
              <a:t>=0.1)</a:t>
            </a:r>
          </a:p>
          <a:p>
            <a:r>
              <a:rPr lang="en-IN" sz="1050" dirty="0"/>
              <a:t>delay = </a:t>
            </a:r>
            <a:r>
              <a:rPr lang="en-IN" sz="1050" dirty="0" err="1"/>
              <a:t>st.number_input</a:t>
            </a:r>
            <a:r>
              <a:rPr lang="en-IN" sz="1050" dirty="0"/>
              <a:t>("Delay (minutes)", </a:t>
            </a:r>
            <a:r>
              <a:rPr lang="en-IN" sz="1050" dirty="0" err="1"/>
              <a:t>min_value</a:t>
            </a:r>
            <a:r>
              <a:rPr lang="en-IN" sz="1050" dirty="0"/>
              <a:t>=0.0)</a:t>
            </a:r>
          </a:p>
          <a:p>
            <a:br>
              <a:rPr lang="en-IN" sz="1050" dirty="0"/>
            </a:br>
            <a:r>
              <a:rPr lang="en-IN" sz="1050" dirty="0"/>
              <a:t>if </a:t>
            </a:r>
            <a:r>
              <a:rPr lang="en-IN" sz="1050" dirty="0" err="1"/>
              <a:t>st.button</a:t>
            </a:r>
            <a:r>
              <a:rPr lang="en-IN" sz="1050" dirty="0"/>
              <a:t>("Predict Fuel Efficiency"):</a:t>
            </a:r>
          </a:p>
          <a:p>
            <a:r>
              <a:rPr lang="en-IN" sz="1050" dirty="0"/>
              <a:t>    try:</a:t>
            </a:r>
          </a:p>
          <a:p>
            <a:r>
              <a:rPr lang="en-IN" sz="1050" dirty="0"/>
              <a:t>        </a:t>
            </a:r>
          </a:p>
          <a:p>
            <a:r>
              <a:rPr lang="en-IN" sz="1050" dirty="0"/>
              <a:t>        </a:t>
            </a:r>
            <a:r>
              <a:rPr lang="en-IN" sz="1050" dirty="0" err="1"/>
              <a:t>input_data</a:t>
            </a:r>
            <a:r>
              <a:rPr lang="en-IN" sz="1050" dirty="0"/>
              <a:t> = [[distance, </a:t>
            </a:r>
            <a:r>
              <a:rPr lang="en-IN" sz="1050" dirty="0" err="1"/>
              <a:t>fuel_used</a:t>
            </a:r>
            <a:r>
              <a:rPr lang="en-IN" sz="1050" dirty="0"/>
              <a:t>, delay]]</a:t>
            </a:r>
          </a:p>
          <a:p>
            <a:r>
              <a:rPr lang="en-IN" sz="1050" dirty="0"/>
              <a:t>        prediction = </a:t>
            </a:r>
            <a:r>
              <a:rPr lang="en-IN" sz="1050" dirty="0" err="1"/>
              <a:t>model.predict</a:t>
            </a:r>
            <a:r>
              <a:rPr lang="en-IN" sz="1050" dirty="0"/>
              <a:t>(</a:t>
            </a:r>
            <a:r>
              <a:rPr lang="en-IN" sz="1050" dirty="0" err="1"/>
              <a:t>input_data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/>
              <a:t>        </a:t>
            </a:r>
            <a:r>
              <a:rPr lang="en-IN" sz="1050" dirty="0" err="1"/>
              <a:t>st.success</a:t>
            </a:r>
            <a:r>
              <a:rPr lang="en-IN" sz="1050" dirty="0"/>
              <a:t>(f" Predicted Fuel Efficiency: **{prediction[0]:.2f} km/L**")</a:t>
            </a:r>
          </a:p>
          <a:p>
            <a:r>
              <a:rPr lang="en-IN" sz="1050" dirty="0"/>
              <a:t>    except Exception:</a:t>
            </a:r>
          </a:p>
          <a:p>
            <a:r>
              <a:rPr lang="en-IN" sz="1050" dirty="0"/>
              <a:t>        </a:t>
            </a:r>
            <a:r>
              <a:rPr lang="en-IN" sz="1050" dirty="0" err="1"/>
              <a:t>st.error</a:t>
            </a:r>
            <a:r>
              <a:rPr lang="en-IN" sz="1050" dirty="0"/>
              <a:t>(" Prediction failed. Feature mismatch.")</a:t>
            </a:r>
          </a:p>
          <a:p>
            <a:br>
              <a:rPr lang="en-IN" sz="1050" dirty="0"/>
            </a:br>
            <a:endParaRPr lang="en-IN" sz="1050" dirty="0"/>
          </a:p>
          <a:p>
            <a:br>
              <a:rPr lang="en-IN" sz="1050" dirty="0"/>
            </a:b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2384155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E4D223-5E1F-4D0C-A539-F913FA5F88EE}"/>
              </a:ext>
            </a:extLst>
          </p:cNvPr>
          <p:cNvSpPr/>
          <p:nvPr/>
        </p:nvSpPr>
        <p:spPr>
          <a:xfrm>
            <a:off x="76200" y="638175"/>
            <a:ext cx="9067800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dirty="0" err="1"/>
              <a:t>st.subheader</a:t>
            </a:r>
            <a:r>
              <a:rPr lang="en-IN" sz="1050" dirty="0"/>
              <a:t>(" Predict Fuel Efficiency")</a:t>
            </a:r>
          </a:p>
          <a:p>
            <a:br>
              <a:rPr lang="en-IN" sz="1050" dirty="0"/>
            </a:br>
            <a:r>
              <a:rPr lang="en-IN" sz="1050" dirty="0"/>
              <a:t>distance = </a:t>
            </a:r>
            <a:r>
              <a:rPr lang="en-IN" sz="1050" dirty="0" err="1"/>
              <a:t>st.number_input</a:t>
            </a:r>
            <a:r>
              <a:rPr lang="en-IN" sz="1050" dirty="0"/>
              <a:t>("Distance Travelled (km)", </a:t>
            </a:r>
            <a:r>
              <a:rPr lang="en-IN" sz="1050" dirty="0" err="1"/>
              <a:t>min_value</a:t>
            </a:r>
            <a:r>
              <a:rPr lang="en-IN" sz="1050" dirty="0"/>
              <a:t>=1.0)</a:t>
            </a:r>
          </a:p>
          <a:p>
            <a:r>
              <a:rPr lang="en-IN" sz="1050" dirty="0" err="1"/>
              <a:t>fuel_used</a:t>
            </a:r>
            <a:r>
              <a:rPr lang="en-IN" sz="1050" dirty="0"/>
              <a:t> = </a:t>
            </a:r>
            <a:r>
              <a:rPr lang="en-IN" sz="1050" dirty="0" err="1"/>
              <a:t>st.number_input</a:t>
            </a:r>
            <a:r>
              <a:rPr lang="en-IN" sz="1050" dirty="0"/>
              <a:t>("Fuel Used (litres)", </a:t>
            </a:r>
            <a:r>
              <a:rPr lang="en-IN" sz="1050" dirty="0" err="1"/>
              <a:t>min_value</a:t>
            </a:r>
            <a:r>
              <a:rPr lang="en-IN" sz="1050" dirty="0"/>
              <a:t>=0.1)</a:t>
            </a:r>
          </a:p>
          <a:p>
            <a:r>
              <a:rPr lang="en-IN" sz="1050" dirty="0"/>
              <a:t>delay = </a:t>
            </a:r>
            <a:r>
              <a:rPr lang="en-IN" sz="1050" dirty="0" err="1"/>
              <a:t>st.number_input</a:t>
            </a:r>
            <a:r>
              <a:rPr lang="en-IN" sz="1050" dirty="0"/>
              <a:t>("Delay (minutes)", </a:t>
            </a:r>
            <a:r>
              <a:rPr lang="en-IN" sz="1050" dirty="0" err="1"/>
              <a:t>min_value</a:t>
            </a:r>
            <a:r>
              <a:rPr lang="en-IN" sz="1050" dirty="0"/>
              <a:t>=0.0)</a:t>
            </a:r>
          </a:p>
          <a:p>
            <a:br>
              <a:rPr lang="en-IN" sz="1050" dirty="0"/>
            </a:br>
            <a:r>
              <a:rPr lang="en-IN" sz="1050" dirty="0"/>
              <a:t>if </a:t>
            </a:r>
            <a:r>
              <a:rPr lang="en-IN" sz="1050" dirty="0" err="1"/>
              <a:t>st.button</a:t>
            </a:r>
            <a:r>
              <a:rPr lang="en-IN" sz="1050" dirty="0"/>
              <a:t>("Predict Fuel Efficiency"):</a:t>
            </a:r>
          </a:p>
          <a:p>
            <a:r>
              <a:rPr lang="en-IN" sz="1050" dirty="0"/>
              <a:t>    try:</a:t>
            </a:r>
          </a:p>
          <a:p>
            <a:r>
              <a:rPr lang="en-IN" sz="1050" dirty="0"/>
              <a:t>        </a:t>
            </a:r>
          </a:p>
          <a:p>
            <a:r>
              <a:rPr lang="en-IN" sz="1050" dirty="0"/>
              <a:t>        </a:t>
            </a:r>
            <a:r>
              <a:rPr lang="en-IN" sz="1050" dirty="0" err="1"/>
              <a:t>input_data</a:t>
            </a:r>
            <a:r>
              <a:rPr lang="en-IN" sz="1050" dirty="0"/>
              <a:t> = [[distance, </a:t>
            </a:r>
            <a:r>
              <a:rPr lang="en-IN" sz="1050" dirty="0" err="1"/>
              <a:t>fuel_used</a:t>
            </a:r>
            <a:r>
              <a:rPr lang="en-IN" sz="1050" dirty="0"/>
              <a:t>, delay]]</a:t>
            </a:r>
          </a:p>
          <a:p>
            <a:r>
              <a:rPr lang="en-IN" sz="1050" dirty="0"/>
              <a:t>        prediction = </a:t>
            </a:r>
            <a:r>
              <a:rPr lang="en-IN" sz="1050" dirty="0" err="1"/>
              <a:t>model.predict</a:t>
            </a:r>
            <a:r>
              <a:rPr lang="en-IN" sz="1050" dirty="0"/>
              <a:t>(</a:t>
            </a:r>
            <a:r>
              <a:rPr lang="en-IN" sz="1050" dirty="0" err="1"/>
              <a:t>input_data</a:t>
            </a:r>
            <a:r>
              <a:rPr lang="en-IN" sz="1050" dirty="0"/>
              <a:t>)</a:t>
            </a:r>
          </a:p>
          <a:p>
            <a:br>
              <a:rPr lang="en-IN" sz="1050" dirty="0"/>
            </a:br>
            <a:r>
              <a:rPr lang="en-IN" sz="1050" dirty="0"/>
              <a:t>        </a:t>
            </a:r>
            <a:r>
              <a:rPr lang="en-IN" sz="1050" dirty="0" err="1"/>
              <a:t>st.success</a:t>
            </a:r>
            <a:r>
              <a:rPr lang="en-IN" sz="1050" dirty="0"/>
              <a:t>(f" Predicted Fuel Efficiency: **{prediction[0]:.2f} km/L**")</a:t>
            </a:r>
          </a:p>
          <a:p>
            <a:r>
              <a:rPr lang="en-IN" sz="1050" dirty="0"/>
              <a:t>    except Exception:</a:t>
            </a:r>
          </a:p>
          <a:p>
            <a:r>
              <a:rPr lang="en-IN" sz="1050" dirty="0"/>
              <a:t>        </a:t>
            </a:r>
            <a:r>
              <a:rPr lang="en-IN" sz="1050" dirty="0" err="1"/>
              <a:t>st.error</a:t>
            </a:r>
            <a:r>
              <a:rPr lang="en-IN" sz="1050" dirty="0"/>
              <a:t>(" Prediction failed. Feature mismatch.")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1ABB15-E1D8-4DC1-B421-2E73A4723244}"/>
              </a:ext>
            </a:extLst>
          </p:cNvPr>
          <p:cNvSpPr/>
          <p:nvPr/>
        </p:nvSpPr>
        <p:spPr>
          <a:xfrm>
            <a:off x="219076" y="3703754"/>
            <a:ext cx="7772400" cy="1725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You can now view your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in your browser.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Local URL: http://localhost:8501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Network URL: http://10.172.46.106:8501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80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175E8-00B5-481B-AA48-4BF70D498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" y="99758"/>
            <a:ext cx="4114800" cy="2674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0DC091-9DB4-411D-9145-DA1CF877F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582" y="118808"/>
            <a:ext cx="4015409" cy="2674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CB163-87BD-4197-A08A-D62AF4F07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321" y="118808"/>
            <a:ext cx="3664227" cy="2674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7AB60C-2240-4EBD-B519-7DED58956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3" y="3619560"/>
            <a:ext cx="2825197" cy="22668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321865-899B-425D-8CB7-6C9BE1E6A6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3619560"/>
            <a:ext cx="3162300" cy="22859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31FEE8-9F5A-48A7-8819-F345826DA6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50" y="3619561"/>
            <a:ext cx="3032264" cy="22859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6C4350-3EE6-4D3D-857C-493BA48F07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364" y="3619559"/>
            <a:ext cx="2936183" cy="226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4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02BAC3-9B31-418D-B70F-12B5A6FA09F4}"/>
              </a:ext>
            </a:extLst>
          </p:cNvPr>
          <p:cNvSpPr/>
          <p:nvPr/>
        </p:nvSpPr>
        <p:spPr>
          <a:xfrm>
            <a:off x="200025" y="209550"/>
            <a:ext cx="8943975" cy="5161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16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Feature Engineering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Fuel Economy Index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Load Ratio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Speed-Time features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One-hot encoding for categorical variables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6. Model Training</a:t>
            </a:r>
            <a:endParaRPr lang="en-IN" sz="16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 Efficiency Model: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Algorithm: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RandomForestRegressor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Trained on 9 features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MAE: 0.27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R² Score: 0.81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Model saved at: models/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fuel_efficiency_model.pkl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396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FAE92-BB29-45EB-882F-FD1D9F8AAE58}"/>
              </a:ext>
            </a:extLst>
          </p:cNvPr>
          <p:cNvSpPr/>
          <p:nvPr/>
        </p:nvSpPr>
        <p:spPr>
          <a:xfrm>
            <a:off x="85725" y="-552450"/>
            <a:ext cx="9058275" cy="680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16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1600" b="1" dirty="0"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7. Dashboard</a:t>
            </a:r>
            <a:endParaRPr lang="en-IN" sz="1600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dashboard was created to: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Upload datasets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Visualize metrics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Predict Fuel Efficiency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Command to run: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en-US" sz="16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8. Folder Structure</a:t>
            </a:r>
            <a:endParaRPr lang="en-IN" sz="1600" b="1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Transportation_Analytics</a:t>
            </a: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data/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models/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dashboard.py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model_training.py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├── requirements.txt</a:t>
            </a:r>
            <a:endParaRPr lang="en-IN" sz="16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224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5E6C1-5BFD-4EC4-B99B-D3486937479D}"/>
              </a:ext>
            </a:extLst>
          </p:cNvPr>
          <p:cNvSpPr/>
          <p:nvPr/>
        </p:nvSpPr>
        <p:spPr>
          <a:xfrm>
            <a:off x="133350" y="200025"/>
            <a:ext cx="13125450" cy="5623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9. How to Run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Navigate to project folder: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cd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Transportation_Analytics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Train model: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python model_training.py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Run dashboard: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</a:t>
            </a: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run dashboard.py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10. Deployment Guide</a:t>
            </a:r>
            <a:endParaRPr lang="en-IN" b="1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Cloud Deployment Steps: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Push project to GitHub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Login to share.streamlit.io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Select repo and deploy</a:t>
            </a: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Add models/ folder to repo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206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3538</Words>
  <Application>Microsoft Office PowerPoint</Application>
  <PresentationFormat>Widescreen</PresentationFormat>
  <Paragraphs>370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MS Gothic</vt:lpstr>
      <vt:lpstr>MS Mincho</vt:lpstr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2025-12-13T14:39:10Z</dcterms:created>
  <dcterms:modified xsi:type="dcterms:W3CDTF">2025-12-14T08:00:18Z</dcterms:modified>
</cp:coreProperties>
</file>